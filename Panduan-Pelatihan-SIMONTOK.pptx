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613657b7a44006" /><Relationship Type="http://schemas.openxmlformats.org/officeDocument/2006/relationships/extended-properties" Target="/docProps/app.xml" Id="R1f6fa8aa7e1f42b7" /><Relationship Type="http://schemas.openxmlformats.org/officeDocument/2006/relationships/officeDocument" Target="/ppt/presentation.xml" Id="Rd527b2eeeb9544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22df6457f9452c"/>
  </p:sldMasterIdLst>
  <p:notesMasterIdLst>
    <p:notesMasterId xmlns:r="http://schemas.openxmlformats.org/officeDocument/2006/relationships" r:id="Rf2e02d6f77d44178"/>
  </p:notesMasterIdLst>
  <p:sldIdLst>
    <p:sldId xmlns:r="http://schemas.openxmlformats.org/officeDocument/2006/relationships" id="256" r:id="Ref774fb5866d4eb1"/>
    <p:sldId xmlns:r="http://schemas.openxmlformats.org/officeDocument/2006/relationships" id="257" r:id="R8ecac990845744e0"/>
    <p:sldId xmlns:r="http://schemas.openxmlformats.org/officeDocument/2006/relationships" id="258" r:id="R63d8e0bf69d84113"/>
    <p:sldId xmlns:r="http://schemas.openxmlformats.org/officeDocument/2006/relationships" id="259" r:id="Rb5f6849feed547c8"/>
    <p:sldId xmlns:r="http://schemas.openxmlformats.org/officeDocument/2006/relationships" id="260" r:id="Rdb89369679064e51"/>
    <p:sldId xmlns:r="http://schemas.openxmlformats.org/officeDocument/2006/relationships" id="261" r:id="Rc8bbcc1d048247e9"/>
    <p:sldId xmlns:r="http://schemas.openxmlformats.org/officeDocument/2006/relationships" id="262" r:id="R2459ff92c586452f"/>
    <p:sldId xmlns:r="http://schemas.openxmlformats.org/officeDocument/2006/relationships" id="263" r:id="Rbc7df54a35b64af3"/>
    <p:sldId xmlns:r="http://schemas.openxmlformats.org/officeDocument/2006/relationships" id="264" r:id="R47f04fc940b641ce"/>
    <p:sldId xmlns:r="http://schemas.openxmlformats.org/officeDocument/2006/relationships" id="265" r:id="Rdeaefdd1bdcc45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46c92a5bc44858" /><Relationship Type="http://schemas.openxmlformats.org/officeDocument/2006/relationships/slideMaster" Target="/ppt/slideMasters/slideMaster1.xml" Id="Rcc22df6457f9452c" /><Relationship Type="http://schemas.openxmlformats.org/officeDocument/2006/relationships/notesMaster" Target="/ppt/notesMasters/notesMaster1.xml" Id="Rf2e02d6f77d44178" /><Relationship Type="http://schemas.openxmlformats.org/officeDocument/2006/relationships/presProps" Target="/ppt/presProps.xml" Id="Rca08e088b34f4756" /><Relationship Type="http://schemas.openxmlformats.org/officeDocument/2006/relationships/tableStyles" Target="/ppt/tableStyles.xml" Id="Re70daade86f84c21" /><Relationship Type="http://schemas.openxmlformats.org/officeDocument/2006/relationships/slide" Target="/ppt/slides/slide1.xml" Id="Ref774fb5866d4eb1" /><Relationship Type="http://schemas.openxmlformats.org/officeDocument/2006/relationships/slide" Target="/ppt/slides/slide2.xml" Id="R8ecac990845744e0" /><Relationship Type="http://schemas.openxmlformats.org/officeDocument/2006/relationships/slide" Target="/ppt/slides/slide3.xml" Id="R63d8e0bf69d84113" /><Relationship Type="http://schemas.openxmlformats.org/officeDocument/2006/relationships/slide" Target="/ppt/slides/slide4.xml" Id="Rb5f6849feed547c8" /><Relationship Type="http://schemas.openxmlformats.org/officeDocument/2006/relationships/slide" Target="/ppt/slides/slide5.xml" Id="Rdb89369679064e51" /><Relationship Type="http://schemas.openxmlformats.org/officeDocument/2006/relationships/slide" Target="/ppt/slides/slide6.xml" Id="Rc8bbcc1d048247e9" /><Relationship Type="http://schemas.openxmlformats.org/officeDocument/2006/relationships/slide" Target="/ppt/slides/slide7.xml" Id="R2459ff92c586452f" /><Relationship Type="http://schemas.openxmlformats.org/officeDocument/2006/relationships/slide" Target="/ppt/slides/slide8.xml" Id="Rbc7df54a35b64af3" /><Relationship Type="http://schemas.openxmlformats.org/officeDocument/2006/relationships/slide" Target="/ppt/slides/slide9.xml" Id="R47f04fc940b641ce" /><Relationship Type="http://schemas.openxmlformats.org/officeDocument/2006/relationships/slide" Target="/ppt/slides/slide10.xml" Id="Rdeaefdd1bdcc45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0a1996f1dd4e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3bf90111144c65" /><Relationship Type="http://schemas.openxmlformats.org/officeDocument/2006/relationships/notesMaster" Target="/ppt/notesMasters/notesMaster1.xml" Id="R0ff930d274ac49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afb5b8f9f84a1f" /><Relationship Type="http://schemas.openxmlformats.org/officeDocument/2006/relationships/notesMaster" Target="/ppt/notesMasters/notesMaster1.xml" Id="R0fcde99f92404a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40a4a2f6e74f5e" /><Relationship Type="http://schemas.openxmlformats.org/officeDocument/2006/relationships/notesMaster" Target="/ppt/notesMasters/notesMaster1.xml" Id="R2476313ca5144e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93b08a983c42fc" /><Relationship Type="http://schemas.openxmlformats.org/officeDocument/2006/relationships/notesMaster" Target="/ppt/notesMasters/notesMaster1.xml" Id="R77ffcb154c2944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d6a5c369164b84" /><Relationship Type="http://schemas.openxmlformats.org/officeDocument/2006/relationships/notesMaster" Target="/ppt/notesMasters/notesMaster1.xml" Id="R9a2d0836683845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311fb411d84c9a" /><Relationship Type="http://schemas.openxmlformats.org/officeDocument/2006/relationships/notesMaster" Target="/ppt/notesMasters/notesMaster1.xml" Id="R640a253e92d44d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f357887a2d4b95" /><Relationship Type="http://schemas.openxmlformats.org/officeDocument/2006/relationships/notesMaster" Target="/ppt/notesMasters/notesMaster1.xml" Id="R89e8537c97e84a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2a9c9969c2414d" /><Relationship Type="http://schemas.openxmlformats.org/officeDocument/2006/relationships/notesMaster" Target="/ppt/notesMasters/notesMaster1.xml" Id="R7ee46c67e69841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a10e030bba438a" /><Relationship Type="http://schemas.openxmlformats.org/officeDocument/2006/relationships/notesMaster" Target="/ppt/notesMasters/notesMaster1.xml" Id="R81aab583769045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2b6bdba9d64689" /><Relationship Type="http://schemas.openxmlformats.org/officeDocument/2006/relationships/notesMaster" Target="/ppt/notesMasters/notesMaster1.xml" Id="R3cc5f3364d4245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a448f7643940d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fa8d46d3a14c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bd1b82b0c3471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b4b007f18740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d8383054ab4ab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4c76bb9ea946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E7153B-5B77-45E6-BDD6-8EC6A3D6E1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2A8D3DD-F79D-4568-ADC9-7471E727FBB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7D8E2F6-F94C-4273-B1EE-DA00B0FDC9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146F71-A8C7-455D-BA55-6A980E7633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82F9D1A-8E5C-4E26-AE26-995AEEF27D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41D38D2-26FF-4ABC-A0FB-4423E1C3A2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8BB72E-C017-4B45-935B-F75CA87697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5E8C17B-5BCA-4DA8-A853-543014D587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27D92A-65F2-4064-AB99-426A9A0D98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6E6B7C-6082-4D81-A7B1-1E1A5CD659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7aa138e366483f" /><Relationship Type="http://schemas.openxmlformats.org/officeDocument/2006/relationships/slideLayout" Target="/ppt/slideLayouts/slideLayout1.xml" Id="Rd935fe45e6034e2d" /><Relationship Type="http://schemas.openxmlformats.org/officeDocument/2006/relationships/slideLayout" Target="/ppt/slideLayouts/slideLayout2.xml" Id="Rb12d3796fe414abb" /><Relationship Type="http://schemas.openxmlformats.org/officeDocument/2006/relationships/slideLayout" Target="/ppt/slideLayouts/slideLayout3.xml" Id="R5d677221a43a4efa" /><Relationship Type="http://schemas.openxmlformats.org/officeDocument/2006/relationships/slideLayout" Target="/ppt/slideLayouts/slideLayout4.xml" Id="Rd9d21ede41cd406f" /><Relationship Type="http://schemas.openxmlformats.org/officeDocument/2006/relationships/slideLayout" Target="/ppt/slideLayouts/slideLayout5.xml" Id="R50b75b8f2ae641ca" /><Relationship Type="http://schemas.openxmlformats.org/officeDocument/2006/relationships/slideLayout" Target="/ppt/slideLayouts/slideLayout6.xml" Id="R6ba1ececc93b4d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35fe45e6034e2d"/>
    <p:sldLayoutId xmlns:r="http://schemas.openxmlformats.org/officeDocument/2006/relationships" id="2147483650" r:id="Rb12d3796fe414abb"/>
    <p:sldLayoutId xmlns:r="http://schemas.openxmlformats.org/officeDocument/2006/relationships" id="2147483651" r:id="R5d677221a43a4efa"/>
    <p:sldLayoutId xmlns:r="http://schemas.openxmlformats.org/officeDocument/2006/relationships" id="2147483652" r:id="Rd9d21ede41cd406f"/>
    <p:sldLayoutId xmlns:r="http://schemas.openxmlformats.org/officeDocument/2006/relationships" id="2147483653" r:id="R50b75b8f2ae641ca"/>
    <p:sldLayoutId xmlns:r="http://schemas.openxmlformats.org/officeDocument/2006/relationships" id="2147483654" r:id="R6ba1ececc93b4d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820a267d444c1d" /><Relationship Type="http://schemas.openxmlformats.org/officeDocument/2006/relationships/image" Target="/ppt/media/image.png" Id="Rbccfdfa0d1cd486d" /><Relationship Type="http://schemas.openxmlformats.org/officeDocument/2006/relationships/notesSlide" Target="/ppt/notesSlides/notesSlide1.xml" Id="R5bee08700b0542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d71155e0e84296" /><Relationship Type="http://schemas.openxmlformats.org/officeDocument/2006/relationships/image" Target="/ppt/media/image2.png" Id="R0e024b421352420d" /><Relationship Type="http://schemas.openxmlformats.org/officeDocument/2006/relationships/notesSlide" Target="/ppt/notesSlides/notesSlide2.xml" Id="Rbf636097e9e147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1c0ee8ed084c05" /><Relationship Type="http://schemas.openxmlformats.org/officeDocument/2006/relationships/image" Target="/ppt/media/image3.png" Id="R0b80efbdc63d4191" /><Relationship Type="http://schemas.openxmlformats.org/officeDocument/2006/relationships/notesSlide" Target="/ppt/notesSlides/notesSlide3.xml" Id="R08c9aeb8e70644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628a34caa74567" /><Relationship Type="http://schemas.openxmlformats.org/officeDocument/2006/relationships/image" Target="/ppt/media/image4.png" Id="Rb54b6b4f4945472f" /><Relationship Type="http://schemas.openxmlformats.org/officeDocument/2006/relationships/notesSlide" Target="/ppt/notesSlides/notesSlide4.xml" Id="Rf44d8bf4ed0140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a674d1401340f5" /><Relationship Type="http://schemas.openxmlformats.org/officeDocument/2006/relationships/image" Target="/ppt/media/image5.png" Id="Re1e32d1ef9384a23" /><Relationship Type="http://schemas.openxmlformats.org/officeDocument/2006/relationships/notesSlide" Target="/ppt/notesSlides/notesSlide5.xml" Id="R259cb3342db349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2cfcb6169e431b" /><Relationship Type="http://schemas.openxmlformats.org/officeDocument/2006/relationships/image" Target="/ppt/media/image6.png" Id="Re26674b64cad4d6f" /><Relationship Type="http://schemas.openxmlformats.org/officeDocument/2006/relationships/notesSlide" Target="/ppt/notesSlides/notesSlide6.xml" Id="Rb3772ecc48174c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927143203e4821" /><Relationship Type="http://schemas.openxmlformats.org/officeDocument/2006/relationships/image" Target="/ppt/media/image7.png" Id="Re7f250e8ce4f429b" /><Relationship Type="http://schemas.openxmlformats.org/officeDocument/2006/relationships/notesSlide" Target="/ppt/notesSlides/notesSlide7.xml" Id="R1e49f3ed17cd49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9d05dc7c744735" /><Relationship Type="http://schemas.openxmlformats.org/officeDocument/2006/relationships/image" Target="/ppt/media/image8.png" Id="Ra15dce9e702948cf" /><Relationship Type="http://schemas.openxmlformats.org/officeDocument/2006/relationships/notesSlide" Target="/ppt/notesSlides/notesSlide8.xml" Id="Rd968b43fbe9b44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7b937938544d42" /><Relationship Type="http://schemas.openxmlformats.org/officeDocument/2006/relationships/notesSlide" Target="/ppt/notesSlides/notesSlide9.xml" Id="R62ddbcc9c78a4e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9c6265c3b94625" /><Relationship Type="http://schemas.openxmlformats.org/officeDocument/2006/relationships/notesSlide" Target="/ppt/notesSlides/notesSlide10.xml" Id="R3ab04787dcba49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F2321-47BD-4070-A22D-AB73045D2C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cfdfa0d1cd486d"/>
          <a:stretch xmlns:a="http://schemas.openxmlformats.org/drawingml/2006/main"/>
        </p:blipFill>
        <p:spPr>
          <a:xfrm xmlns:a="http://schemas.openxmlformats.org/drawingml/2006/main">
            <a:off x="5219700" y="917108"/>
            <a:ext cx="6362700" cy="3995083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B36BB-A9F8-4D1C-8517-9357CB34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53340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11113"/>
          </a:solidFill>
          <a:ln xmlns:a="http://schemas.openxmlformats.org/drawingml/2006/main" w="9525">
            <a:solidFill>
              <a:srgbClr val="2A2A2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22D5A-281E-41A4-B7EC-707E2560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16764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32710"/>
          </a:solidFill>
          <a:ln xmlns:a="http://schemas.openxmlformats.org/drawingml/2006/main" w="9525">
            <a:solidFill>
              <a:srgbClr val="FFB5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C96F5-5EF9-4C78-856B-B19AD25E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4775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FFB511"/>
                </a:solidFill>
              </a:defRPr>
            </a:defPPr>
            <a:lvl1pPr>
              <a:defRPr sz="825" b="1">
                <a:solidFill>
                  <a:srgbClr val="FFB511"/>
                </a:solidFill>
              </a:defRPr>
            </a:lvl1pPr>
            <a:lvl2pPr>
              <a:defRPr sz="825" b="1">
                <a:solidFill>
                  <a:srgbClr val="FFB511"/>
                </a:solidFill>
              </a:defRPr>
            </a:lvl2pPr>
            <a:lvl3pPr>
              <a:defRPr sz="825" b="1">
                <a:solidFill>
                  <a:srgbClr val="FFB511"/>
                </a:solidFill>
              </a:defRPr>
            </a:lvl3pPr>
            <a:lvl4pPr>
              <a:defRPr sz="825" b="1">
                <a:solidFill>
                  <a:srgbClr val="FFB511"/>
                </a:solidFill>
              </a:defRPr>
            </a:lvl4pPr>
            <a:lvl5pPr>
              <a:defRPr sz="825" b="1">
                <a:solidFill>
                  <a:srgbClr val="FFB511"/>
                </a:solidFill>
              </a:defRPr>
            </a:lvl5pPr>
            <a:lvl6pPr>
              <a:defRPr sz="825" b="1">
                <a:solidFill>
                  <a:srgbClr val="FFB511"/>
                </a:solidFill>
              </a:defRPr>
            </a:lvl6pPr>
            <a:lvl7pPr>
              <a:defRPr sz="825" b="1">
                <a:solidFill>
                  <a:srgbClr val="FFB511"/>
                </a:solidFill>
              </a:defRPr>
            </a:lvl7pPr>
            <a:lvl8pPr>
              <a:defRPr sz="825" b="1">
                <a:solidFill>
                  <a:srgbClr val="FFB511"/>
                </a:solidFill>
              </a:defRPr>
            </a:lvl8pPr>
            <a:lvl9pPr>
              <a:defRPr sz="825" b="1">
                <a:solidFill>
                  <a:srgbClr val="FFB511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FFB511"/>
                </a:solidFill>
              </a:defRPr>
            </a:pPr>
            <a:r>
              <a:rPr sz="825" b="1">
                <a:solidFill>
                  <a:srgbClr val="FFB511"/>
                </a:solidFill>
              </a:rPr>
              <a:t>PELATIHAN PENGGUNA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33D44-5012-4175-B87D-8807FECD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6210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4F4F5"/>
                </a:solidFill>
              </a:defRPr>
            </a:defPPr>
            <a:lvl1pPr>
              <a:defRPr sz="3600" b="1">
                <a:solidFill>
                  <a:srgbClr val="F4F4F5"/>
                </a:solidFill>
              </a:defRPr>
            </a:lvl1pPr>
            <a:lvl2pPr>
              <a:defRPr sz="3600" b="1">
                <a:solidFill>
                  <a:srgbClr val="F4F4F5"/>
                </a:solidFill>
              </a:defRPr>
            </a:lvl2pPr>
            <a:lvl3pPr>
              <a:defRPr sz="3600" b="1">
                <a:solidFill>
                  <a:srgbClr val="F4F4F5"/>
                </a:solidFill>
              </a:defRPr>
            </a:lvl3pPr>
            <a:lvl4pPr>
              <a:defRPr sz="3600" b="1">
                <a:solidFill>
                  <a:srgbClr val="F4F4F5"/>
                </a:solidFill>
              </a:defRPr>
            </a:lvl4pPr>
            <a:lvl5pPr>
              <a:defRPr sz="3600" b="1">
                <a:solidFill>
                  <a:srgbClr val="F4F4F5"/>
                </a:solidFill>
              </a:defRPr>
            </a:lvl5pPr>
            <a:lvl6pPr>
              <a:defRPr sz="3600" b="1">
                <a:solidFill>
                  <a:srgbClr val="F4F4F5"/>
                </a:solidFill>
              </a:defRPr>
            </a:lvl6pPr>
            <a:lvl7pPr>
              <a:defRPr sz="3600" b="1">
                <a:solidFill>
                  <a:srgbClr val="F4F4F5"/>
                </a:solidFill>
              </a:defRPr>
            </a:lvl7pPr>
            <a:lvl8pPr>
              <a:defRPr sz="3600" b="1">
                <a:solidFill>
                  <a:srgbClr val="F4F4F5"/>
                </a:solidFill>
              </a:defRPr>
            </a:lvl8pPr>
            <a:lvl9pPr>
              <a:defRPr sz="3600" b="1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4F4F5"/>
                </a:solidFill>
              </a:defRPr>
            </a:pPr>
            <a:r>
              <a:rPr sz="3600" b="1">
                <a:solidFill>
                  <a:srgbClr val="F4F4F5"/>
                </a:solidFill>
              </a:rPr>
              <a:t>Mengoperasikan</a:t>
            </a:r>
          </a:p>
          <a:p xmlns:a="http://schemas.openxmlformats.org/drawingml/2006/main">
            <a:pPr>
              <a:defRPr sz="3600" b="1">
                <a:solidFill>
                  <a:srgbClr val="F4F4F5"/>
                </a:solidFill>
              </a:defRPr>
            </a:pPr>
            <a:r>
              <a:rPr sz="3600" b="1">
                <a:solidFill>
                  <a:srgbClr val="F4F4F5"/>
                </a:solidFill>
              </a:rPr>
              <a:t>SIMONTOK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460C9-1B29-4ABC-8324-079656AE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A1A1AA"/>
                </a:solidFill>
              </a:defRPr>
            </a:defPPr>
            <a:lvl1pPr>
              <a:defRPr sz="1575">
                <a:solidFill>
                  <a:srgbClr val="A1A1AA"/>
                </a:solidFill>
              </a:defRPr>
            </a:lvl1pPr>
            <a:lvl2pPr>
              <a:defRPr sz="1575">
                <a:solidFill>
                  <a:srgbClr val="A1A1AA"/>
                </a:solidFill>
              </a:defRPr>
            </a:lvl2pPr>
            <a:lvl3pPr>
              <a:defRPr sz="1575">
                <a:solidFill>
                  <a:srgbClr val="A1A1AA"/>
                </a:solidFill>
              </a:defRPr>
            </a:lvl3pPr>
            <a:lvl4pPr>
              <a:defRPr sz="1575">
                <a:solidFill>
                  <a:srgbClr val="A1A1AA"/>
                </a:solidFill>
              </a:defRPr>
            </a:lvl4pPr>
            <a:lvl5pPr>
              <a:defRPr sz="1575">
                <a:solidFill>
                  <a:srgbClr val="A1A1AA"/>
                </a:solidFill>
              </a:defRPr>
            </a:lvl5pPr>
            <a:lvl6pPr>
              <a:defRPr sz="1575">
                <a:solidFill>
                  <a:srgbClr val="A1A1AA"/>
                </a:solidFill>
              </a:defRPr>
            </a:lvl6pPr>
            <a:lvl7pPr>
              <a:defRPr sz="1575">
                <a:solidFill>
                  <a:srgbClr val="A1A1AA"/>
                </a:solidFill>
              </a:defRPr>
            </a:lvl7pPr>
            <a:lvl8pPr>
              <a:defRPr sz="1575">
                <a:solidFill>
                  <a:srgbClr val="A1A1AA"/>
                </a:solidFill>
              </a:defRPr>
            </a:lvl8pPr>
            <a:lvl9pPr>
              <a:defRPr sz="1575">
                <a:solidFill>
                  <a:srgbClr val="A1A1AA"/>
                </a:solidFill>
              </a:defRPr>
            </a:lvl9pPr>
          </a:lstStyle>
          <a:p xmlns:a="http://schemas.openxmlformats.org/drawingml/2006/main">
            <a:pPr>
              <a:defRPr sz="1575">
                <a:solidFill>
                  <a:srgbClr val="A1A1AA"/>
                </a:solidFill>
              </a:defRPr>
            </a:pPr>
            <a:r>
              <a:rPr sz="1575">
                <a:solidFill>
                  <a:srgbClr val="A1A1AA"/>
                </a:solidFill>
              </a:rPr>
              <a:t>Panduan praktis berdasarkan role dan alur kerja harian.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C8F50-F1AD-44FE-BDA5-5AD3394F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FFB511"/>
                </a:solidFill>
              </a:defRPr>
            </a:defPPr>
            <a:lvl1pPr>
              <a:defRPr sz="1050">
                <a:solidFill>
                  <a:srgbClr val="FFB511"/>
                </a:solidFill>
              </a:defRPr>
            </a:lvl1pPr>
            <a:lvl2pPr>
              <a:defRPr sz="1050">
                <a:solidFill>
                  <a:srgbClr val="FFB511"/>
                </a:solidFill>
              </a:defRPr>
            </a:lvl2pPr>
            <a:lvl3pPr>
              <a:defRPr sz="1050">
                <a:solidFill>
                  <a:srgbClr val="FFB511"/>
                </a:solidFill>
              </a:defRPr>
            </a:lvl3pPr>
            <a:lvl4pPr>
              <a:defRPr sz="1050">
                <a:solidFill>
                  <a:srgbClr val="FFB511"/>
                </a:solidFill>
              </a:defRPr>
            </a:lvl4pPr>
            <a:lvl5pPr>
              <a:defRPr sz="1050">
                <a:solidFill>
                  <a:srgbClr val="FFB511"/>
                </a:solidFill>
              </a:defRPr>
            </a:lvl5pPr>
            <a:lvl6pPr>
              <a:defRPr sz="1050">
                <a:solidFill>
                  <a:srgbClr val="FFB511"/>
                </a:solidFill>
              </a:defRPr>
            </a:lvl6pPr>
            <a:lvl7pPr>
              <a:defRPr sz="1050">
                <a:solidFill>
                  <a:srgbClr val="FFB511"/>
                </a:solidFill>
              </a:defRPr>
            </a:lvl7pPr>
            <a:lvl8pPr>
              <a:defRPr sz="1050">
                <a:solidFill>
                  <a:srgbClr val="FFB511"/>
                </a:solidFill>
              </a:defRPr>
            </a:lvl8pPr>
            <a:lvl9pPr>
              <a:defRPr sz="1050">
                <a:solidFill>
                  <a:srgbClr val="FFB511"/>
                </a:solidFill>
              </a:defRPr>
            </a:lvl9pPr>
          </a:lstStyle>
          <a:p xmlns:a="http://schemas.openxmlformats.org/drawingml/2006/main">
            <a:pPr>
              <a:defRPr sz="1050">
                <a:solidFill>
                  <a:srgbClr val="FFB511"/>
                </a:solidFill>
              </a:defRPr>
            </a:pPr>
            <a:r>
              <a:rPr sz="1050">
                <a:solidFill>
                  <a:srgbClr val="FFB511"/>
                </a:solidFill>
              </a:rPr>
              <a:t>Dashboard · Order · Portal Notaris · Laporan · Administrasi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3FA08-A5AB-42B3-BC8D-5E8AC0A1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71717A"/>
                </a:solidFill>
              </a:defRPr>
            </a:defPPr>
            <a:lvl1pPr>
              <a:defRPr sz="750">
                <a:solidFill>
                  <a:srgbClr val="71717A"/>
                </a:solidFill>
              </a:defRPr>
            </a:lvl1pPr>
            <a:lvl2pPr>
              <a:defRPr sz="750">
                <a:solidFill>
                  <a:srgbClr val="71717A"/>
                </a:solidFill>
              </a:defRPr>
            </a:lvl2pPr>
            <a:lvl3pPr>
              <a:defRPr sz="750">
                <a:solidFill>
                  <a:srgbClr val="71717A"/>
                </a:solidFill>
              </a:defRPr>
            </a:lvl3pPr>
            <a:lvl4pPr>
              <a:defRPr sz="750">
                <a:solidFill>
                  <a:srgbClr val="71717A"/>
                </a:solidFill>
              </a:defRPr>
            </a:lvl4pPr>
            <a:lvl5pPr>
              <a:defRPr sz="750">
                <a:solidFill>
                  <a:srgbClr val="71717A"/>
                </a:solidFill>
              </a:defRPr>
            </a:lvl5pPr>
            <a:lvl6pPr>
              <a:defRPr sz="750">
                <a:solidFill>
                  <a:srgbClr val="71717A"/>
                </a:solidFill>
              </a:defRPr>
            </a:lvl6pPr>
            <a:lvl7pPr>
              <a:defRPr sz="750">
                <a:solidFill>
                  <a:srgbClr val="71717A"/>
                </a:solidFill>
              </a:defRPr>
            </a:lvl7pPr>
            <a:lvl8pPr>
              <a:defRPr sz="750">
                <a:solidFill>
                  <a:srgbClr val="71717A"/>
                </a:solidFill>
              </a:defRPr>
            </a:lvl8pPr>
            <a:lvl9pPr>
              <a:defRPr sz="750">
                <a:solidFill>
                  <a:srgbClr val="71717A"/>
                </a:solidFill>
              </a:defRPr>
            </a:lvl9pPr>
          </a:lstStyle>
          <a:p xmlns:a="http://schemas.openxmlformats.org/drawingml/2006/main">
            <a:pPr>
              <a:defRPr sz="750">
                <a:solidFill>
                  <a:srgbClr val="71717A"/>
                </a:solidFill>
              </a:defRPr>
            </a:pPr>
            <a:r>
              <a:rPr sz="750">
                <a:solidFill>
                  <a:srgbClr val="71717A"/>
                </a:solidFill>
              </a:rPr>
              <a:t>SIMONTOK · Panduan pelatihan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FBA372-11F7-4FD7-B0C3-66F6EB56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71717A"/>
                </a:solidFill>
              </a:defRPr>
            </a:defPPr>
            <a:lvl1pPr>
              <a:defRPr sz="750">
                <a:solidFill>
                  <a:srgbClr val="71717A"/>
                </a:solidFill>
              </a:defRPr>
            </a:lvl1pPr>
            <a:lvl2pPr>
              <a:defRPr sz="750">
                <a:solidFill>
                  <a:srgbClr val="71717A"/>
                </a:solidFill>
              </a:defRPr>
            </a:lvl2pPr>
            <a:lvl3pPr>
              <a:defRPr sz="750">
                <a:solidFill>
                  <a:srgbClr val="71717A"/>
                </a:solidFill>
              </a:defRPr>
            </a:lvl3pPr>
            <a:lvl4pPr>
              <a:defRPr sz="750">
                <a:solidFill>
                  <a:srgbClr val="71717A"/>
                </a:solidFill>
              </a:defRPr>
            </a:lvl4pPr>
            <a:lvl5pPr>
              <a:defRPr sz="750">
                <a:solidFill>
                  <a:srgbClr val="71717A"/>
                </a:solidFill>
              </a:defRPr>
            </a:lvl5pPr>
            <a:lvl6pPr>
              <a:defRPr sz="750">
                <a:solidFill>
                  <a:srgbClr val="71717A"/>
                </a:solidFill>
              </a:defRPr>
            </a:lvl6pPr>
            <a:lvl7pPr>
              <a:defRPr sz="750">
                <a:solidFill>
                  <a:srgbClr val="71717A"/>
                </a:solidFill>
              </a:defRPr>
            </a:lvl7pPr>
            <a:lvl8pPr>
              <a:defRPr sz="750">
                <a:solidFill>
                  <a:srgbClr val="71717A"/>
                </a:solidFill>
              </a:defRPr>
            </a:lvl8pPr>
            <a:lvl9pPr>
              <a:defRPr sz="750">
                <a:solidFill>
                  <a:srgbClr val="71717A"/>
                </a:solidFill>
              </a:defRPr>
            </a:lvl9pPr>
          </a:lstStyle>
          <a:p xmlns:a="http://schemas.openxmlformats.org/drawingml/2006/main">
            <a:pPr>
              <a:defRPr sz="750">
                <a:solidFill>
                  <a:srgbClr val="71717A"/>
                </a:solidFill>
              </a:defRPr>
            </a:pPr>
            <a:r>
              <a:rPr sz="750">
                <a:solidFill>
                  <a:srgbClr val="71717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228055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FA3CCE-EDB9-4B49-99DE-4F778346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B511"/>
                </a:solidFill>
              </a:defRPr>
            </a:defPPr>
            <a:lvl1pPr>
              <a:defRPr sz="900" b="1">
                <a:solidFill>
                  <a:srgbClr val="FFB511"/>
                </a:solidFill>
              </a:defRPr>
            </a:lvl1pPr>
            <a:lvl2pPr>
              <a:defRPr sz="900" b="1">
                <a:solidFill>
                  <a:srgbClr val="FFB511"/>
                </a:solidFill>
              </a:defRPr>
            </a:lvl2pPr>
            <a:lvl3pPr>
              <a:defRPr sz="900" b="1">
                <a:solidFill>
                  <a:srgbClr val="FFB511"/>
                </a:solidFill>
              </a:defRPr>
            </a:lvl3pPr>
            <a:lvl4pPr>
              <a:defRPr sz="900" b="1">
                <a:solidFill>
                  <a:srgbClr val="FFB511"/>
                </a:solidFill>
              </a:defRPr>
            </a:lvl4pPr>
            <a:lvl5pPr>
              <a:defRPr sz="900" b="1">
                <a:solidFill>
                  <a:srgbClr val="FFB511"/>
                </a:solidFill>
              </a:defRPr>
            </a:lvl5pPr>
            <a:lvl6pPr>
              <a:defRPr sz="900" b="1">
                <a:solidFill>
                  <a:srgbClr val="FFB511"/>
                </a:solidFill>
              </a:defRPr>
            </a:lvl6pPr>
            <a:lvl7pPr>
              <a:defRPr sz="900" b="1">
                <a:solidFill>
                  <a:srgbClr val="FFB511"/>
                </a:solidFill>
              </a:defRPr>
            </a:lvl7pPr>
            <a:lvl8pPr>
              <a:defRPr sz="900" b="1">
                <a:solidFill>
                  <a:srgbClr val="FFB511"/>
                </a:solidFill>
              </a:defRPr>
            </a:lvl8pPr>
            <a:lvl9pPr>
              <a:defRPr sz="900" b="1">
                <a:solidFill>
                  <a:srgbClr val="FFB511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B511"/>
                </a:solidFill>
              </a:defRPr>
            </a:pPr>
            <a:r>
              <a:rPr sz="900" b="1">
                <a:solidFill>
                  <a:srgbClr val="FFB511"/>
                </a:solidFill>
              </a:rPr>
              <a:t>MULAI DI SINI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55049-49EE-4850-9301-0E9EB169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4F5"/>
                </a:solidFill>
              </a:defRPr>
            </a:defPPr>
            <a:lvl1pPr>
              <a:defRPr sz="2550" b="1">
                <a:solidFill>
                  <a:srgbClr val="F4F4F5"/>
                </a:solidFill>
              </a:defRPr>
            </a:lvl1pPr>
            <a:lvl2pPr>
              <a:defRPr sz="2550" b="1">
                <a:solidFill>
                  <a:srgbClr val="F4F4F5"/>
                </a:solidFill>
              </a:defRPr>
            </a:lvl2pPr>
            <a:lvl3pPr>
              <a:defRPr sz="2550" b="1">
                <a:solidFill>
                  <a:srgbClr val="F4F4F5"/>
                </a:solidFill>
              </a:defRPr>
            </a:lvl3pPr>
            <a:lvl4pPr>
              <a:defRPr sz="2550" b="1">
                <a:solidFill>
                  <a:srgbClr val="F4F4F5"/>
                </a:solidFill>
              </a:defRPr>
            </a:lvl4pPr>
            <a:lvl5pPr>
              <a:defRPr sz="2550" b="1">
                <a:solidFill>
                  <a:srgbClr val="F4F4F5"/>
                </a:solidFill>
              </a:defRPr>
            </a:lvl5pPr>
            <a:lvl6pPr>
              <a:defRPr sz="2550" b="1">
                <a:solidFill>
                  <a:srgbClr val="F4F4F5"/>
                </a:solidFill>
              </a:defRPr>
            </a:lvl6pPr>
            <a:lvl7pPr>
              <a:defRPr sz="2550" b="1">
                <a:solidFill>
                  <a:srgbClr val="F4F4F5"/>
                </a:solidFill>
              </a:defRPr>
            </a:lvl7pPr>
            <a:lvl8pPr>
              <a:defRPr sz="2550" b="1">
                <a:solidFill>
                  <a:srgbClr val="F4F4F5"/>
                </a:solidFill>
              </a:defRPr>
            </a:lvl8pPr>
            <a:lvl9pPr>
              <a:defRPr sz="2550" b="1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4F4F5"/>
                </a:solidFill>
              </a:defRPr>
            </a:pPr>
            <a:r>
              <a:rPr sz="2550" b="1">
                <a:solidFill>
                  <a:srgbClr val="F4F4F5"/>
                </a:solidFill>
              </a:rPr>
              <a:t>Satu aplikasi, alur kerja yang jelas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67282-27AB-470F-9CEB-18C73623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A1A1AA"/>
                </a:solidFill>
              </a:defRPr>
            </a:defPPr>
            <a:lvl1pPr>
              <a:defRPr sz="1275">
                <a:solidFill>
                  <a:srgbClr val="A1A1AA"/>
                </a:solidFill>
              </a:defRPr>
            </a:lvl1pPr>
            <a:lvl2pPr>
              <a:defRPr sz="1275">
                <a:solidFill>
                  <a:srgbClr val="A1A1AA"/>
                </a:solidFill>
              </a:defRPr>
            </a:lvl2pPr>
            <a:lvl3pPr>
              <a:defRPr sz="1275">
                <a:solidFill>
                  <a:srgbClr val="A1A1AA"/>
                </a:solidFill>
              </a:defRPr>
            </a:lvl3pPr>
            <a:lvl4pPr>
              <a:defRPr sz="1275">
                <a:solidFill>
                  <a:srgbClr val="A1A1AA"/>
                </a:solidFill>
              </a:defRPr>
            </a:lvl4pPr>
            <a:lvl5pPr>
              <a:defRPr sz="1275">
                <a:solidFill>
                  <a:srgbClr val="A1A1AA"/>
                </a:solidFill>
              </a:defRPr>
            </a:lvl5pPr>
            <a:lvl6pPr>
              <a:defRPr sz="1275">
                <a:solidFill>
                  <a:srgbClr val="A1A1AA"/>
                </a:solidFill>
              </a:defRPr>
            </a:lvl6pPr>
            <a:lvl7pPr>
              <a:defRPr sz="1275">
                <a:solidFill>
                  <a:srgbClr val="A1A1AA"/>
                </a:solidFill>
              </a:defRPr>
            </a:lvl7pPr>
            <a:lvl8pPr>
              <a:defRPr sz="1275">
                <a:solidFill>
                  <a:srgbClr val="A1A1AA"/>
                </a:solidFill>
              </a:defRPr>
            </a:lvl8pPr>
            <a:lvl9pPr>
              <a:defRPr sz="1275">
                <a:solidFill>
                  <a:srgbClr val="A1A1AA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A1A1AA"/>
                </a:solidFill>
              </a:defRPr>
            </a:pPr>
            <a:r>
              <a:rPr sz="1275">
                <a:solidFill>
                  <a:srgbClr val="A1A1AA"/>
                </a:solidFill>
              </a:rPr>
              <a:t>Gunakan sidebar untuk berpindah modul. Setiap role melihat tindakan yang relevan.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9F04C-EF3A-492E-A40B-E2B2C6F0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A2A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D3A0E-3D9A-4BD7-8FF7-03C8255E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40957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171719"/>
          </a:solidFill>
          <a:ln xmlns:a="http://schemas.openxmlformats.org/drawingml/2006/main" w="9525">
            <a:solidFill>
              <a:srgbClr val="2A2A2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BA217-5906-4DAB-B798-0D0B83C5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219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9525">
            <a:solidFill>
              <a:srgbClr val="15C78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17B9B-40B6-4F0D-B116-983E32FA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384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5C784"/>
                </a:solidFill>
              </a:defRPr>
            </a:defPPr>
            <a:lvl1pPr>
              <a:defRPr sz="825" b="1">
                <a:solidFill>
                  <a:srgbClr val="15C784"/>
                </a:solidFill>
              </a:defRPr>
            </a:lvl1pPr>
            <a:lvl2pPr>
              <a:defRPr sz="825" b="1">
                <a:solidFill>
                  <a:srgbClr val="15C784"/>
                </a:solidFill>
              </a:defRPr>
            </a:lvl2pPr>
            <a:lvl3pPr>
              <a:defRPr sz="825" b="1">
                <a:solidFill>
                  <a:srgbClr val="15C784"/>
                </a:solidFill>
              </a:defRPr>
            </a:lvl3pPr>
            <a:lvl4pPr>
              <a:defRPr sz="825" b="1">
                <a:solidFill>
                  <a:srgbClr val="15C784"/>
                </a:solidFill>
              </a:defRPr>
            </a:lvl4pPr>
            <a:lvl5pPr>
              <a:defRPr sz="825" b="1">
                <a:solidFill>
                  <a:srgbClr val="15C784"/>
                </a:solidFill>
              </a:defRPr>
            </a:lvl5pPr>
            <a:lvl6pPr>
              <a:defRPr sz="825" b="1">
                <a:solidFill>
                  <a:srgbClr val="15C784"/>
                </a:solidFill>
              </a:defRPr>
            </a:lvl6pPr>
            <a:lvl7pPr>
              <a:defRPr sz="825" b="1">
                <a:solidFill>
                  <a:srgbClr val="15C784"/>
                </a:solidFill>
              </a:defRPr>
            </a:lvl7pPr>
            <a:lvl8pPr>
              <a:defRPr sz="825" b="1">
                <a:solidFill>
                  <a:srgbClr val="15C784"/>
                </a:solidFill>
              </a:defRPr>
            </a:lvl8pPr>
            <a:lvl9pPr>
              <a:defRPr sz="825" b="1">
                <a:solidFill>
                  <a:srgbClr val="15C784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5C784"/>
                </a:solidFill>
              </a:defRPr>
            </a:pPr>
            <a:r>
              <a:rPr sz="825" b="1">
                <a:solidFill>
                  <a:srgbClr val="15C784"/>
                </a:solidFill>
              </a:rPr>
              <a:t>URUTAN DASAR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DB4DE-75B6-4C25-8099-29B98B27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11"/>
          </a:solidFill>
          <a:ln xmlns:a="http://schemas.openxmlformats.org/drawingml/2006/main" w="0">
            <a:solidFill>
              <a:srgbClr val="FFB5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E0A2B-3EF7-4AC2-92E7-B1536F30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3370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4F4F5"/>
                </a:solidFill>
              </a:defRPr>
            </a:defPPr>
            <a:lvl1pPr>
              <a:defRPr sz="1275">
                <a:solidFill>
                  <a:srgbClr val="F4F4F5"/>
                </a:solidFill>
              </a:defRPr>
            </a:lvl1pPr>
            <a:lvl2pPr>
              <a:defRPr sz="1275">
                <a:solidFill>
                  <a:srgbClr val="F4F4F5"/>
                </a:solidFill>
              </a:defRPr>
            </a:lvl2pPr>
            <a:lvl3pPr>
              <a:defRPr sz="1275">
                <a:solidFill>
                  <a:srgbClr val="F4F4F5"/>
                </a:solidFill>
              </a:defRPr>
            </a:lvl3pPr>
            <a:lvl4pPr>
              <a:defRPr sz="1275">
                <a:solidFill>
                  <a:srgbClr val="F4F4F5"/>
                </a:solidFill>
              </a:defRPr>
            </a:lvl4pPr>
            <a:lvl5pPr>
              <a:defRPr sz="1275">
                <a:solidFill>
                  <a:srgbClr val="F4F4F5"/>
                </a:solidFill>
              </a:defRPr>
            </a:lvl5pPr>
            <a:lvl6pPr>
              <a:defRPr sz="1275">
                <a:solidFill>
                  <a:srgbClr val="F4F4F5"/>
                </a:solidFill>
              </a:defRPr>
            </a:lvl6pPr>
            <a:lvl7pPr>
              <a:defRPr sz="1275">
                <a:solidFill>
                  <a:srgbClr val="F4F4F5"/>
                </a:solidFill>
              </a:defRPr>
            </a:lvl7pPr>
            <a:lvl8pPr>
              <a:defRPr sz="1275">
                <a:solidFill>
                  <a:srgbClr val="F4F4F5"/>
                </a:solidFill>
              </a:defRPr>
            </a:lvl8pPr>
            <a:lvl9pPr>
              <a:defRPr sz="1275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F4F4F5"/>
                </a:solidFill>
              </a:defRPr>
            </a:pPr>
            <a:r>
              <a:rPr sz="1275">
                <a:solidFill>
                  <a:srgbClr val="F4F4F5"/>
                </a:solidFill>
              </a:rPr>
              <a:t>Masuk dengan akun yang diberikan admin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AD4ED2-F44C-4497-ADAD-6FACDD92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11"/>
          </a:solidFill>
          <a:ln xmlns:a="http://schemas.openxmlformats.org/drawingml/2006/main" w="0">
            <a:solidFill>
              <a:srgbClr val="FFB5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53F20D-99F0-4B28-B237-D4440E0A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9090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4F4F5"/>
                </a:solidFill>
              </a:defRPr>
            </a:defPPr>
            <a:lvl1pPr>
              <a:defRPr sz="1275">
                <a:solidFill>
                  <a:srgbClr val="F4F4F5"/>
                </a:solidFill>
              </a:defRPr>
            </a:lvl1pPr>
            <a:lvl2pPr>
              <a:defRPr sz="1275">
                <a:solidFill>
                  <a:srgbClr val="F4F4F5"/>
                </a:solidFill>
              </a:defRPr>
            </a:lvl2pPr>
            <a:lvl3pPr>
              <a:defRPr sz="1275">
                <a:solidFill>
                  <a:srgbClr val="F4F4F5"/>
                </a:solidFill>
              </a:defRPr>
            </a:lvl3pPr>
            <a:lvl4pPr>
              <a:defRPr sz="1275">
                <a:solidFill>
                  <a:srgbClr val="F4F4F5"/>
                </a:solidFill>
              </a:defRPr>
            </a:lvl4pPr>
            <a:lvl5pPr>
              <a:defRPr sz="1275">
                <a:solidFill>
                  <a:srgbClr val="F4F4F5"/>
                </a:solidFill>
              </a:defRPr>
            </a:lvl5pPr>
            <a:lvl6pPr>
              <a:defRPr sz="1275">
                <a:solidFill>
                  <a:srgbClr val="F4F4F5"/>
                </a:solidFill>
              </a:defRPr>
            </a:lvl6pPr>
            <a:lvl7pPr>
              <a:defRPr sz="1275">
                <a:solidFill>
                  <a:srgbClr val="F4F4F5"/>
                </a:solidFill>
              </a:defRPr>
            </a:lvl7pPr>
            <a:lvl8pPr>
              <a:defRPr sz="1275">
                <a:solidFill>
                  <a:srgbClr val="F4F4F5"/>
                </a:solidFill>
              </a:defRPr>
            </a:lvl8pPr>
            <a:lvl9pPr>
              <a:defRPr sz="1275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F4F4F5"/>
                </a:solidFill>
              </a:defRPr>
            </a:pPr>
            <a:r>
              <a:rPr sz="1275">
                <a:solidFill>
                  <a:srgbClr val="F4F4F5"/>
                </a:solidFill>
              </a:rPr>
              <a:t>Cek Dashboard untuk antrian tindakan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2B66DB-8689-4ABF-A953-605314D1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11"/>
          </a:solidFill>
          <a:ln xmlns:a="http://schemas.openxmlformats.org/drawingml/2006/main" w="0">
            <a:solidFill>
              <a:srgbClr val="FFB5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D8F1E1-B0EF-452F-BEB8-16C7E99C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4810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4F4F5"/>
                </a:solidFill>
              </a:defRPr>
            </a:defPPr>
            <a:lvl1pPr>
              <a:defRPr sz="1275">
                <a:solidFill>
                  <a:srgbClr val="F4F4F5"/>
                </a:solidFill>
              </a:defRPr>
            </a:lvl1pPr>
            <a:lvl2pPr>
              <a:defRPr sz="1275">
                <a:solidFill>
                  <a:srgbClr val="F4F4F5"/>
                </a:solidFill>
              </a:defRPr>
            </a:lvl2pPr>
            <a:lvl3pPr>
              <a:defRPr sz="1275">
                <a:solidFill>
                  <a:srgbClr val="F4F4F5"/>
                </a:solidFill>
              </a:defRPr>
            </a:lvl3pPr>
            <a:lvl4pPr>
              <a:defRPr sz="1275">
                <a:solidFill>
                  <a:srgbClr val="F4F4F5"/>
                </a:solidFill>
              </a:defRPr>
            </a:lvl4pPr>
            <a:lvl5pPr>
              <a:defRPr sz="1275">
                <a:solidFill>
                  <a:srgbClr val="F4F4F5"/>
                </a:solidFill>
              </a:defRPr>
            </a:lvl5pPr>
            <a:lvl6pPr>
              <a:defRPr sz="1275">
                <a:solidFill>
                  <a:srgbClr val="F4F4F5"/>
                </a:solidFill>
              </a:defRPr>
            </a:lvl6pPr>
            <a:lvl7pPr>
              <a:defRPr sz="1275">
                <a:solidFill>
                  <a:srgbClr val="F4F4F5"/>
                </a:solidFill>
              </a:defRPr>
            </a:lvl7pPr>
            <a:lvl8pPr>
              <a:defRPr sz="1275">
                <a:solidFill>
                  <a:srgbClr val="F4F4F5"/>
                </a:solidFill>
              </a:defRPr>
            </a:lvl8pPr>
            <a:lvl9pPr>
              <a:defRPr sz="1275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F4F4F5"/>
                </a:solidFill>
              </a:defRPr>
            </a:pPr>
            <a:r>
              <a:rPr sz="1275">
                <a:solidFill>
                  <a:srgbClr val="F4F4F5"/>
                </a:solidFill>
              </a:rPr>
              <a:t>Buka Order untuk memproses pekerjaan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17FC4E-DBE5-4F9E-987E-F3C22329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11"/>
          </a:solidFill>
          <a:ln xmlns:a="http://schemas.openxmlformats.org/drawingml/2006/main" w="0">
            <a:solidFill>
              <a:srgbClr val="FFB51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E1A532-23B5-47BC-B137-4BC645B0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0530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4F4F5"/>
                </a:solidFill>
              </a:defRPr>
            </a:defPPr>
            <a:lvl1pPr>
              <a:defRPr sz="1275">
                <a:solidFill>
                  <a:srgbClr val="F4F4F5"/>
                </a:solidFill>
              </a:defRPr>
            </a:lvl1pPr>
            <a:lvl2pPr>
              <a:defRPr sz="1275">
                <a:solidFill>
                  <a:srgbClr val="F4F4F5"/>
                </a:solidFill>
              </a:defRPr>
            </a:lvl2pPr>
            <a:lvl3pPr>
              <a:defRPr sz="1275">
                <a:solidFill>
                  <a:srgbClr val="F4F4F5"/>
                </a:solidFill>
              </a:defRPr>
            </a:lvl3pPr>
            <a:lvl4pPr>
              <a:defRPr sz="1275">
                <a:solidFill>
                  <a:srgbClr val="F4F4F5"/>
                </a:solidFill>
              </a:defRPr>
            </a:lvl4pPr>
            <a:lvl5pPr>
              <a:defRPr sz="1275">
                <a:solidFill>
                  <a:srgbClr val="F4F4F5"/>
                </a:solidFill>
              </a:defRPr>
            </a:lvl5pPr>
            <a:lvl6pPr>
              <a:defRPr sz="1275">
                <a:solidFill>
                  <a:srgbClr val="F4F4F5"/>
                </a:solidFill>
              </a:defRPr>
            </a:lvl6pPr>
            <a:lvl7pPr>
              <a:defRPr sz="1275">
                <a:solidFill>
                  <a:srgbClr val="F4F4F5"/>
                </a:solidFill>
              </a:defRPr>
            </a:lvl7pPr>
            <a:lvl8pPr>
              <a:defRPr sz="1275">
                <a:solidFill>
                  <a:srgbClr val="F4F4F5"/>
                </a:solidFill>
              </a:defRPr>
            </a:lvl8pPr>
            <a:lvl9pPr>
              <a:defRPr sz="1275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F4F4F5"/>
                </a:solidFill>
              </a:defRPr>
            </a:pPr>
            <a:r>
              <a:rPr sz="1275">
                <a:solidFill>
                  <a:srgbClr val="F4F4F5"/>
                </a:solidFill>
              </a:rPr>
              <a:t>Pantau laporan dan audit sesuai kewenangan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2A219-7840-47CC-A261-55FEFC3EAB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024b421352420d"/>
          <a:stretch xmlns:a="http://schemas.openxmlformats.org/drawingml/2006/main"/>
        </p:blipFill>
        <p:spPr>
          <a:xfrm xmlns:a="http://schemas.openxmlformats.org/drawingml/2006/main">
            <a:off x="5266190" y="2038350"/>
            <a:ext cx="6098270" cy="3829050"/>
          </a:xfrm>
          <a:prstGeom xmlns:a="http://schemas.openxmlformats.org/drawingml/2006/main" prst="roundRect">
            <a:avLst>
              <a:gd name="adj" fmla="val 2985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BAD75-EEF4-4203-9E1D-F9A28154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71717A"/>
                </a:solidFill>
              </a:defRPr>
            </a:defPPr>
            <a:lvl1pPr>
              <a:defRPr sz="750">
                <a:solidFill>
                  <a:srgbClr val="71717A"/>
                </a:solidFill>
              </a:defRPr>
            </a:lvl1pPr>
            <a:lvl2pPr>
              <a:defRPr sz="750">
                <a:solidFill>
                  <a:srgbClr val="71717A"/>
                </a:solidFill>
              </a:defRPr>
            </a:lvl2pPr>
            <a:lvl3pPr>
              <a:defRPr sz="750">
                <a:solidFill>
                  <a:srgbClr val="71717A"/>
                </a:solidFill>
              </a:defRPr>
            </a:lvl3pPr>
            <a:lvl4pPr>
              <a:defRPr sz="750">
                <a:solidFill>
                  <a:srgbClr val="71717A"/>
                </a:solidFill>
              </a:defRPr>
            </a:lvl4pPr>
            <a:lvl5pPr>
              <a:defRPr sz="750">
                <a:solidFill>
                  <a:srgbClr val="71717A"/>
                </a:solidFill>
              </a:defRPr>
            </a:lvl5pPr>
            <a:lvl6pPr>
              <a:defRPr sz="750">
                <a:solidFill>
                  <a:srgbClr val="71717A"/>
                </a:solidFill>
              </a:defRPr>
            </a:lvl6pPr>
            <a:lvl7pPr>
              <a:defRPr sz="750">
                <a:solidFill>
                  <a:srgbClr val="71717A"/>
                </a:solidFill>
              </a:defRPr>
            </a:lvl7pPr>
            <a:lvl8pPr>
              <a:defRPr sz="750">
                <a:solidFill>
                  <a:srgbClr val="71717A"/>
                </a:solidFill>
              </a:defRPr>
            </a:lvl8pPr>
            <a:lvl9pPr>
              <a:defRPr sz="750">
                <a:solidFill>
                  <a:srgbClr val="71717A"/>
                </a:solidFill>
              </a:defRPr>
            </a:lvl9pPr>
          </a:lstStyle>
          <a:p xmlns:a="http://schemas.openxmlformats.org/drawingml/2006/main">
            <a:pPr>
              <a:defRPr sz="750">
                <a:solidFill>
                  <a:srgbClr val="71717A"/>
                </a:solidFill>
              </a:defRPr>
            </a:pPr>
            <a:r>
              <a:rPr sz="750">
                <a:solidFill>
                  <a:srgbClr val="71717A"/>
                </a:solidFill>
              </a:rPr>
              <a:t>SIMONTOK · Panduan pelatihan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C348B0-6625-4A90-A80D-BA701F23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71717A"/>
                </a:solidFill>
              </a:defRPr>
            </a:defPPr>
            <a:lvl1pPr>
              <a:defRPr sz="750">
                <a:solidFill>
                  <a:srgbClr val="71717A"/>
                </a:solidFill>
              </a:defRPr>
            </a:lvl1pPr>
            <a:lvl2pPr>
              <a:defRPr sz="750">
                <a:solidFill>
                  <a:srgbClr val="71717A"/>
                </a:solidFill>
              </a:defRPr>
            </a:lvl2pPr>
            <a:lvl3pPr>
              <a:defRPr sz="750">
                <a:solidFill>
                  <a:srgbClr val="71717A"/>
                </a:solidFill>
              </a:defRPr>
            </a:lvl3pPr>
            <a:lvl4pPr>
              <a:defRPr sz="750">
                <a:solidFill>
                  <a:srgbClr val="71717A"/>
                </a:solidFill>
              </a:defRPr>
            </a:lvl4pPr>
            <a:lvl5pPr>
              <a:defRPr sz="750">
                <a:solidFill>
                  <a:srgbClr val="71717A"/>
                </a:solidFill>
              </a:defRPr>
            </a:lvl5pPr>
            <a:lvl6pPr>
              <a:defRPr sz="750">
                <a:solidFill>
                  <a:srgbClr val="71717A"/>
                </a:solidFill>
              </a:defRPr>
            </a:lvl6pPr>
            <a:lvl7pPr>
              <a:defRPr sz="750">
                <a:solidFill>
                  <a:srgbClr val="71717A"/>
                </a:solidFill>
              </a:defRPr>
            </a:lvl7pPr>
            <a:lvl8pPr>
              <a:defRPr sz="750">
                <a:solidFill>
                  <a:srgbClr val="71717A"/>
                </a:solidFill>
              </a:defRPr>
            </a:lvl8pPr>
            <a:lvl9pPr>
              <a:defRPr sz="750">
                <a:solidFill>
                  <a:srgbClr val="71717A"/>
                </a:solidFill>
              </a:defRPr>
            </a:lvl9pPr>
          </a:lstStyle>
          <a:p xmlns:a="http://schemas.openxmlformats.org/drawingml/2006/main">
            <a:pPr>
              <a:defRPr sz="750">
                <a:solidFill>
                  <a:srgbClr val="71717A"/>
                </a:solidFill>
              </a:defRPr>
            </a:pPr>
            <a:r>
              <a:rPr sz="750">
                <a:solidFill>
                  <a:srgbClr val="7171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306197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008B3B-55C1-4E7F-B669-36BFD631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B511"/>
                </a:solidFill>
              </a:defRPr>
            </a:defPPr>
            <a:lvl1pPr>
              <a:defRPr sz="900" b="1">
                <a:solidFill>
                  <a:srgbClr val="FFB511"/>
                </a:solidFill>
              </a:defRPr>
            </a:lvl1pPr>
            <a:lvl2pPr>
              <a:defRPr sz="900" b="1">
                <a:solidFill>
                  <a:srgbClr val="FFB511"/>
                </a:solidFill>
              </a:defRPr>
            </a:lvl2pPr>
            <a:lvl3pPr>
              <a:defRPr sz="900" b="1">
                <a:solidFill>
                  <a:srgbClr val="FFB511"/>
                </a:solidFill>
              </a:defRPr>
            </a:lvl3pPr>
            <a:lvl4pPr>
              <a:defRPr sz="900" b="1">
                <a:solidFill>
                  <a:srgbClr val="FFB511"/>
                </a:solidFill>
              </a:defRPr>
            </a:lvl4pPr>
            <a:lvl5pPr>
              <a:defRPr sz="900" b="1">
                <a:solidFill>
                  <a:srgbClr val="FFB511"/>
                </a:solidFill>
              </a:defRPr>
            </a:lvl5pPr>
            <a:lvl6pPr>
              <a:defRPr sz="900" b="1">
                <a:solidFill>
                  <a:srgbClr val="FFB511"/>
                </a:solidFill>
              </a:defRPr>
            </a:lvl6pPr>
            <a:lvl7pPr>
              <a:defRPr sz="900" b="1">
                <a:solidFill>
                  <a:srgbClr val="FFB511"/>
                </a:solidFill>
              </a:defRPr>
            </a:lvl7pPr>
            <a:lvl8pPr>
              <a:defRPr sz="900" b="1">
                <a:solidFill>
                  <a:srgbClr val="FFB511"/>
                </a:solidFill>
              </a:defRPr>
            </a:lvl8pPr>
            <a:lvl9pPr>
              <a:defRPr sz="900" b="1">
                <a:solidFill>
                  <a:srgbClr val="FFB511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B511"/>
                </a:solidFill>
              </a:defRPr>
            </a:pPr>
            <a:r>
              <a:rPr sz="900" b="1">
                <a:solidFill>
                  <a:srgbClr val="FFB511"/>
                </a:solidFill>
              </a:rPr>
              <a:t>ROLE: ADMIN LEGAL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3FB46F-3AC2-4117-9A07-3087826F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4F5"/>
                </a:solidFill>
              </a:defRPr>
            </a:defPPr>
            <a:lvl1pPr>
              <a:defRPr sz="2550" b="1">
                <a:solidFill>
                  <a:srgbClr val="F4F4F5"/>
                </a:solidFill>
              </a:defRPr>
            </a:lvl1pPr>
            <a:lvl2pPr>
              <a:defRPr sz="2550" b="1">
                <a:solidFill>
                  <a:srgbClr val="F4F4F5"/>
                </a:solidFill>
              </a:defRPr>
            </a:lvl2pPr>
            <a:lvl3pPr>
              <a:defRPr sz="2550" b="1">
                <a:solidFill>
                  <a:srgbClr val="F4F4F5"/>
                </a:solidFill>
              </a:defRPr>
            </a:lvl3pPr>
            <a:lvl4pPr>
              <a:defRPr sz="2550" b="1">
                <a:solidFill>
                  <a:srgbClr val="F4F4F5"/>
                </a:solidFill>
              </a:defRPr>
            </a:lvl4pPr>
            <a:lvl5pPr>
              <a:defRPr sz="2550" b="1">
                <a:solidFill>
                  <a:srgbClr val="F4F4F5"/>
                </a:solidFill>
              </a:defRPr>
            </a:lvl5pPr>
            <a:lvl6pPr>
              <a:defRPr sz="2550" b="1">
                <a:solidFill>
                  <a:srgbClr val="F4F4F5"/>
                </a:solidFill>
              </a:defRPr>
            </a:lvl6pPr>
            <a:lvl7pPr>
              <a:defRPr sz="2550" b="1">
                <a:solidFill>
                  <a:srgbClr val="F4F4F5"/>
                </a:solidFill>
              </a:defRPr>
            </a:lvl7pPr>
            <a:lvl8pPr>
              <a:defRPr sz="2550" b="1">
                <a:solidFill>
                  <a:srgbClr val="F4F4F5"/>
                </a:solidFill>
              </a:defRPr>
            </a:lvl8pPr>
            <a:lvl9pPr>
              <a:defRPr sz="2550" b="1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4F4F5"/>
                </a:solidFill>
              </a:defRPr>
            </a:pPr>
            <a:r>
              <a:rPr sz="2550" b="1">
                <a:solidFill>
                  <a:srgbClr val="F4F4F5"/>
                </a:solidFill>
              </a:rPr>
              <a:t>Kelola pekerjaan dari daftar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0A520-C23C-460C-B5BB-304AC56E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A1A1AA"/>
                </a:solidFill>
              </a:defRPr>
            </a:defPPr>
            <a:lvl1pPr>
              <a:defRPr sz="1275">
                <a:solidFill>
                  <a:srgbClr val="A1A1AA"/>
                </a:solidFill>
              </a:defRPr>
            </a:lvl1pPr>
            <a:lvl2pPr>
              <a:defRPr sz="1275">
                <a:solidFill>
                  <a:srgbClr val="A1A1AA"/>
                </a:solidFill>
              </a:defRPr>
            </a:lvl2pPr>
            <a:lvl3pPr>
              <a:defRPr sz="1275">
                <a:solidFill>
                  <a:srgbClr val="A1A1AA"/>
                </a:solidFill>
              </a:defRPr>
            </a:lvl3pPr>
            <a:lvl4pPr>
              <a:defRPr sz="1275">
                <a:solidFill>
                  <a:srgbClr val="A1A1AA"/>
                </a:solidFill>
              </a:defRPr>
            </a:lvl4pPr>
            <a:lvl5pPr>
              <a:defRPr sz="1275">
                <a:solidFill>
                  <a:srgbClr val="A1A1AA"/>
                </a:solidFill>
              </a:defRPr>
            </a:lvl5pPr>
            <a:lvl6pPr>
              <a:defRPr sz="1275">
                <a:solidFill>
                  <a:srgbClr val="A1A1AA"/>
                </a:solidFill>
              </a:defRPr>
            </a:lvl6pPr>
            <a:lvl7pPr>
              <a:defRPr sz="1275">
                <a:solidFill>
                  <a:srgbClr val="A1A1AA"/>
                </a:solidFill>
              </a:defRPr>
            </a:lvl7pPr>
            <a:lvl8pPr>
              <a:defRPr sz="1275">
                <a:solidFill>
                  <a:srgbClr val="A1A1AA"/>
                </a:solidFill>
              </a:defRPr>
            </a:lvl8pPr>
            <a:lvl9pPr>
              <a:defRPr sz="1275">
                <a:solidFill>
                  <a:srgbClr val="A1A1AA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A1A1AA"/>
                </a:solidFill>
              </a:defRPr>
            </a:pPr>
            <a:r>
              <a:rPr sz="1275">
                <a:solidFill>
                  <a:srgbClr val="A1A1AA"/>
                </a:solidFill>
              </a:rPr>
              <a:t>Daftar ini menjadi titik masuk untuk membuat, mencari, memfilter, dan membuka pekerjaan.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36320-4D50-4A6F-A109-4789B1B9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A2A2D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10DFE-3538-4DDB-A75B-6618901AB7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0efbdc63d4191"/>
          <a:stretch xmlns:a="http://schemas.openxmlformats.org/drawingml/2006/main"/>
        </p:blipFill>
        <p:spPr>
          <a:xfrm xmlns:a="http://schemas.openxmlformats.org/drawingml/2006/main">
            <a:off x="1110462" y="2038350"/>
            <a:ext cx="6523025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0572B-269F-4346-93A7-6E414CCD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3162300" cy="409575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171719"/>
          </a:solidFill>
          <a:ln xmlns:a="http://schemas.openxmlformats.org/drawingml/2006/main" w="9525">
            <a:solidFill>
              <a:srgbClr val="2A2A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BD87B-00BE-4A7A-916B-21957074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43150"/>
            <a:ext cx="1371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32710"/>
          </a:solidFill>
          <a:ln xmlns:a="http://schemas.openxmlformats.org/drawingml/2006/main" w="9525">
            <a:solidFill>
              <a:srgbClr val="FFB5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AF797-8FEE-498F-8828-4456B225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0030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FFB511"/>
                </a:solidFill>
              </a:defRPr>
            </a:defPPr>
            <a:lvl1pPr>
              <a:defRPr sz="825" b="1">
                <a:solidFill>
                  <a:srgbClr val="FFB511"/>
                </a:solidFill>
              </a:defRPr>
            </a:lvl1pPr>
            <a:lvl2pPr>
              <a:defRPr sz="825" b="1">
                <a:solidFill>
                  <a:srgbClr val="FFB511"/>
                </a:solidFill>
              </a:defRPr>
            </a:lvl2pPr>
            <a:lvl3pPr>
              <a:defRPr sz="825" b="1">
                <a:solidFill>
                  <a:srgbClr val="FFB511"/>
                </a:solidFill>
              </a:defRPr>
            </a:lvl3pPr>
            <a:lvl4pPr>
              <a:defRPr sz="825" b="1">
                <a:solidFill>
                  <a:srgbClr val="FFB511"/>
                </a:solidFill>
              </a:defRPr>
            </a:lvl4pPr>
            <a:lvl5pPr>
              <a:defRPr sz="825" b="1">
                <a:solidFill>
                  <a:srgbClr val="FFB511"/>
                </a:solidFill>
              </a:defRPr>
            </a:lvl5pPr>
            <a:lvl6pPr>
              <a:defRPr sz="825" b="1">
                <a:solidFill>
                  <a:srgbClr val="FFB511"/>
                </a:solidFill>
              </a:defRPr>
            </a:lvl6pPr>
            <a:lvl7pPr>
              <a:defRPr sz="825" b="1">
                <a:solidFill>
                  <a:srgbClr val="FFB511"/>
                </a:solidFill>
              </a:defRPr>
            </a:lvl7pPr>
            <a:lvl8pPr>
              <a:defRPr sz="825" b="1">
                <a:solidFill>
                  <a:srgbClr val="FFB511"/>
                </a:solidFill>
              </a:defRPr>
            </a:lvl8pPr>
            <a:lvl9pPr>
              <a:defRPr sz="825" b="1">
                <a:solidFill>
                  <a:srgbClr val="FFB511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FFB511"/>
                </a:solidFill>
              </a:defRPr>
            </a:pPr>
            <a:r>
              <a:rPr sz="825" b="1">
                <a:solidFill>
                  <a:srgbClr val="FFB511"/>
                </a:solidFill>
              </a:rPr>
              <a:t>YANG DILAKUKAN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48B090-0B7E-43A1-A7C9-D528C1D3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71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11"/>
          </a:solidFill>
          <a:ln xmlns:a="http://schemas.openxmlformats.org/drawingml/2006/main" w="0">
            <a:solidFill>
              <a:srgbClr val="FFB5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60A1D-26E7-4D68-A27F-39768506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956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4F4F5"/>
                </a:solidFill>
              </a:defRPr>
            </a:defPPr>
            <a:lvl1pPr>
              <a:defRPr sz="1275">
                <a:solidFill>
                  <a:srgbClr val="F4F4F5"/>
                </a:solidFill>
              </a:defRPr>
            </a:lvl1pPr>
            <a:lvl2pPr>
              <a:defRPr sz="1275">
                <a:solidFill>
                  <a:srgbClr val="F4F4F5"/>
                </a:solidFill>
              </a:defRPr>
            </a:lvl2pPr>
            <a:lvl3pPr>
              <a:defRPr sz="1275">
                <a:solidFill>
                  <a:srgbClr val="F4F4F5"/>
                </a:solidFill>
              </a:defRPr>
            </a:lvl3pPr>
            <a:lvl4pPr>
              <a:defRPr sz="1275">
                <a:solidFill>
                  <a:srgbClr val="F4F4F5"/>
                </a:solidFill>
              </a:defRPr>
            </a:lvl4pPr>
            <a:lvl5pPr>
              <a:defRPr sz="1275">
                <a:solidFill>
                  <a:srgbClr val="F4F4F5"/>
                </a:solidFill>
              </a:defRPr>
            </a:lvl5pPr>
            <a:lvl6pPr>
              <a:defRPr sz="1275">
                <a:solidFill>
                  <a:srgbClr val="F4F4F5"/>
                </a:solidFill>
              </a:defRPr>
            </a:lvl6pPr>
            <a:lvl7pPr>
              <a:defRPr sz="1275">
                <a:solidFill>
                  <a:srgbClr val="F4F4F5"/>
                </a:solidFill>
              </a:defRPr>
            </a:lvl7pPr>
            <a:lvl8pPr>
              <a:defRPr sz="1275">
                <a:solidFill>
                  <a:srgbClr val="F4F4F5"/>
                </a:solidFill>
              </a:defRPr>
            </a:lvl8pPr>
            <a:lvl9pPr>
              <a:defRPr sz="1275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F4F4F5"/>
                </a:solidFill>
              </a:defRPr>
            </a:pPr>
            <a:r>
              <a:rPr sz="1275">
                <a:solidFill>
                  <a:srgbClr val="F4F4F5"/>
                </a:solidFill>
              </a:rPr>
              <a:t>Buat order baru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6854F0-35BE-416D-BE01-892A101A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11"/>
          </a:solidFill>
          <a:ln xmlns:a="http://schemas.openxmlformats.org/drawingml/2006/main" w="0">
            <a:solidFill>
              <a:srgbClr val="FFB5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7C3AD5-3C2B-49B5-8DA1-7D5A9BF3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52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4F4F5"/>
                </a:solidFill>
              </a:defRPr>
            </a:defPPr>
            <a:lvl1pPr>
              <a:defRPr sz="1275">
                <a:solidFill>
                  <a:srgbClr val="F4F4F5"/>
                </a:solidFill>
              </a:defRPr>
            </a:lvl1pPr>
            <a:lvl2pPr>
              <a:defRPr sz="1275">
                <a:solidFill>
                  <a:srgbClr val="F4F4F5"/>
                </a:solidFill>
              </a:defRPr>
            </a:lvl2pPr>
            <a:lvl3pPr>
              <a:defRPr sz="1275">
                <a:solidFill>
                  <a:srgbClr val="F4F4F5"/>
                </a:solidFill>
              </a:defRPr>
            </a:lvl3pPr>
            <a:lvl4pPr>
              <a:defRPr sz="1275">
                <a:solidFill>
                  <a:srgbClr val="F4F4F5"/>
                </a:solidFill>
              </a:defRPr>
            </a:lvl4pPr>
            <a:lvl5pPr>
              <a:defRPr sz="1275">
                <a:solidFill>
                  <a:srgbClr val="F4F4F5"/>
                </a:solidFill>
              </a:defRPr>
            </a:lvl5pPr>
            <a:lvl6pPr>
              <a:defRPr sz="1275">
                <a:solidFill>
                  <a:srgbClr val="F4F4F5"/>
                </a:solidFill>
              </a:defRPr>
            </a:lvl6pPr>
            <a:lvl7pPr>
              <a:defRPr sz="1275">
                <a:solidFill>
                  <a:srgbClr val="F4F4F5"/>
                </a:solidFill>
              </a:defRPr>
            </a:lvl7pPr>
            <a:lvl8pPr>
              <a:defRPr sz="1275">
                <a:solidFill>
                  <a:srgbClr val="F4F4F5"/>
                </a:solidFill>
              </a:defRPr>
            </a:lvl8pPr>
            <a:lvl9pPr>
              <a:defRPr sz="1275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F4F4F5"/>
                </a:solidFill>
              </a:defRPr>
            </a:pPr>
            <a:r>
              <a:rPr sz="1275">
                <a:solidFill>
                  <a:srgbClr val="F4F4F5"/>
                </a:solidFill>
              </a:rPr>
              <a:t>Cari berdasarkan nomor, nasabah, atau rekening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237D0E-A502-4E93-974D-88B6B70F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7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11"/>
          </a:solidFill>
          <a:ln xmlns:a="http://schemas.openxmlformats.org/drawingml/2006/main" w="0">
            <a:solidFill>
              <a:srgbClr val="FFB51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D50E48-27F6-4057-980F-A055BC20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957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4F4F5"/>
                </a:solidFill>
              </a:defRPr>
            </a:defPPr>
            <a:lvl1pPr>
              <a:defRPr sz="1275">
                <a:solidFill>
                  <a:srgbClr val="F4F4F5"/>
                </a:solidFill>
              </a:defRPr>
            </a:lvl1pPr>
            <a:lvl2pPr>
              <a:defRPr sz="1275">
                <a:solidFill>
                  <a:srgbClr val="F4F4F5"/>
                </a:solidFill>
              </a:defRPr>
            </a:lvl2pPr>
            <a:lvl3pPr>
              <a:defRPr sz="1275">
                <a:solidFill>
                  <a:srgbClr val="F4F4F5"/>
                </a:solidFill>
              </a:defRPr>
            </a:lvl3pPr>
            <a:lvl4pPr>
              <a:defRPr sz="1275">
                <a:solidFill>
                  <a:srgbClr val="F4F4F5"/>
                </a:solidFill>
              </a:defRPr>
            </a:lvl4pPr>
            <a:lvl5pPr>
              <a:defRPr sz="1275">
                <a:solidFill>
                  <a:srgbClr val="F4F4F5"/>
                </a:solidFill>
              </a:defRPr>
            </a:lvl5pPr>
            <a:lvl6pPr>
              <a:defRPr sz="1275">
                <a:solidFill>
                  <a:srgbClr val="F4F4F5"/>
                </a:solidFill>
              </a:defRPr>
            </a:lvl6pPr>
            <a:lvl7pPr>
              <a:defRPr sz="1275">
                <a:solidFill>
                  <a:srgbClr val="F4F4F5"/>
                </a:solidFill>
              </a:defRPr>
            </a:lvl7pPr>
            <a:lvl8pPr>
              <a:defRPr sz="1275">
                <a:solidFill>
                  <a:srgbClr val="F4F4F5"/>
                </a:solidFill>
              </a:defRPr>
            </a:lvl8pPr>
            <a:lvl9pPr>
              <a:defRPr sz="1275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F4F4F5"/>
                </a:solidFill>
              </a:defRPr>
            </a:pPr>
            <a:r>
              <a:rPr sz="1275">
                <a:solidFill>
                  <a:srgbClr val="F4F4F5"/>
                </a:solidFill>
              </a:rPr>
              <a:t>Gunakan status dan indikator posisi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6BB9BC-EA5D-4304-B31A-403C428D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11"/>
          </a:solidFill>
          <a:ln xmlns:a="http://schemas.openxmlformats.org/drawingml/2006/main" w="0">
            <a:solidFill>
              <a:srgbClr val="FFB5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C46C64-FE65-4DA7-BA69-DD683B59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5529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4F4F5"/>
                </a:solidFill>
              </a:defRPr>
            </a:defPPr>
            <a:lvl1pPr>
              <a:defRPr sz="1275">
                <a:solidFill>
                  <a:srgbClr val="F4F4F5"/>
                </a:solidFill>
              </a:defRPr>
            </a:lvl1pPr>
            <a:lvl2pPr>
              <a:defRPr sz="1275">
                <a:solidFill>
                  <a:srgbClr val="F4F4F5"/>
                </a:solidFill>
              </a:defRPr>
            </a:lvl2pPr>
            <a:lvl3pPr>
              <a:defRPr sz="1275">
                <a:solidFill>
                  <a:srgbClr val="F4F4F5"/>
                </a:solidFill>
              </a:defRPr>
            </a:lvl3pPr>
            <a:lvl4pPr>
              <a:defRPr sz="1275">
                <a:solidFill>
                  <a:srgbClr val="F4F4F5"/>
                </a:solidFill>
              </a:defRPr>
            </a:lvl4pPr>
            <a:lvl5pPr>
              <a:defRPr sz="1275">
                <a:solidFill>
                  <a:srgbClr val="F4F4F5"/>
                </a:solidFill>
              </a:defRPr>
            </a:lvl5pPr>
            <a:lvl6pPr>
              <a:defRPr sz="1275">
                <a:solidFill>
                  <a:srgbClr val="F4F4F5"/>
                </a:solidFill>
              </a:defRPr>
            </a:lvl6pPr>
            <a:lvl7pPr>
              <a:defRPr sz="1275">
                <a:solidFill>
                  <a:srgbClr val="F4F4F5"/>
                </a:solidFill>
              </a:defRPr>
            </a:lvl7pPr>
            <a:lvl8pPr>
              <a:defRPr sz="1275">
                <a:solidFill>
                  <a:srgbClr val="F4F4F5"/>
                </a:solidFill>
              </a:defRPr>
            </a:lvl8pPr>
            <a:lvl9pPr>
              <a:defRPr sz="1275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F4F4F5"/>
                </a:solidFill>
              </a:defRPr>
            </a:pPr>
            <a:r>
              <a:rPr sz="1275">
                <a:solidFill>
                  <a:srgbClr val="F4F4F5"/>
                </a:solidFill>
              </a:rPr>
              <a:t>Klik Buka untuk masuk ke detail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E9F950-364B-47F3-870B-79C7E313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71717A"/>
                </a:solidFill>
              </a:defRPr>
            </a:defPPr>
            <a:lvl1pPr>
              <a:defRPr sz="750">
                <a:solidFill>
                  <a:srgbClr val="71717A"/>
                </a:solidFill>
              </a:defRPr>
            </a:lvl1pPr>
            <a:lvl2pPr>
              <a:defRPr sz="750">
                <a:solidFill>
                  <a:srgbClr val="71717A"/>
                </a:solidFill>
              </a:defRPr>
            </a:lvl2pPr>
            <a:lvl3pPr>
              <a:defRPr sz="750">
                <a:solidFill>
                  <a:srgbClr val="71717A"/>
                </a:solidFill>
              </a:defRPr>
            </a:lvl3pPr>
            <a:lvl4pPr>
              <a:defRPr sz="750">
                <a:solidFill>
                  <a:srgbClr val="71717A"/>
                </a:solidFill>
              </a:defRPr>
            </a:lvl4pPr>
            <a:lvl5pPr>
              <a:defRPr sz="750">
                <a:solidFill>
                  <a:srgbClr val="71717A"/>
                </a:solidFill>
              </a:defRPr>
            </a:lvl5pPr>
            <a:lvl6pPr>
              <a:defRPr sz="750">
                <a:solidFill>
                  <a:srgbClr val="71717A"/>
                </a:solidFill>
              </a:defRPr>
            </a:lvl6pPr>
            <a:lvl7pPr>
              <a:defRPr sz="750">
                <a:solidFill>
                  <a:srgbClr val="71717A"/>
                </a:solidFill>
              </a:defRPr>
            </a:lvl7pPr>
            <a:lvl8pPr>
              <a:defRPr sz="750">
                <a:solidFill>
                  <a:srgbClr val="71717A"/>
                </a:solidFill>
              </a:defRPr>
            </a:lvl8pPr>
            <a:lvl9pPr>
              <a:defRPr sz="750">
                <a:solidFill>
                  <a:srgbClr val="71717A"/>
                </a:solidFill>
              </a:defRPr>
            </a:lvl9pPr>
          </a:lstStyle>
          <a:p xmlns:a="http://schemas.openxmlformats.org/drawingml/2006/main">
            <a:pPr>
              <a:defRPr sz="750">
                <a:solidFill>
                  <a:srgbClr val="71717A"/>
                </a:solidFill>
              </a:defRPr>
            </a:pPr>
            <a:r>
              <a:rPr sz="750">
                <a:solidFill>
                  <a:srgbClr val="71717A"/>
                </a:solidFill>
              </a:rPr>
              <a:t>SIMONTOK · Panduan pelatihan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95CD66-879F-481A-AD47-7417A3C5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71717A"/>
                </a:solidFill>
              </a:defRPr>
            </a:defPPr>
            <a:lvl1pPr>
              <a:defRPr sz="750">
                <a:solidFill>
                  <a:srgbClr val="71717A"/>
                </a:solidFill>
              </a:defRPr>
            </a:lvl1pPr>
            <a:lvl2pPr>
              <a:defRPr sz="750">
                <a:solidFill>
                  <a:srgbClr val="71717A"/>
                </a:solidFill>
              </a:defRPr>
            </a:lvl2pPr>
            <a:lvl3pPr>
              <a:defRPr sz="750">
                <a:solidFill>
                  <a:srgbClr val="71717A"/>
                </a:solidFill>
              </a:defRPr>
            </a:lvl3pPr>
            <a:lvl4pPr>
              <a:defRPr sz="750">
                <a:solidFill>
                  <a:srgbClr val="71717A"/>
                </a:solidFill>
              </a:defRPr>
            </a:lvl4pPr>
            <a:lvl5pPr>
              <a:defRPr sz="750">
                <a:solidFill>
                  <a:srgbClr val="71717A"/>
                </a:solidFill>
              </a:defRPr>
            </a:lvl5pPr>
            <a:lvl6pPr>
              <a:defRPr sz="750">
                <a:solidFill>
                  <a:srgbClr val="71717A"/>
                </a:solidFill>
              </a:defRPr>
            </a:lvl6pPr>
            <a:lvl7pPr>
              <a:defRPr sz="750">
                <a:solidFill>
                  <a:srgbClr val="71717A"/>
                </a:solidFill>
              </a:defRPr>
            </a:lvl7pPr>
            <a:lvl8pPr>
              <a:defRPr sz="750">
                <a:solidFill>
                  <a:srgbClr val="71717A"/>
                </a:solidFill>
              </a:defRPr>
            </a:lvl8pPr>
            <a:lvl9pPr>
              <a:defRPr sz="750">
                <a:solidFill>
                  <a:srgbClr val="71717A"/>
                </a:solidFill>
              </a:defRPr>
            </a:lvl9pPr>
          </a:lstStyle>
          <a:p xmlns:a="http://schemas.openxmlformats.org/drawingml/2006/main">
            <a:pPr>
              <a:defRPr sz="750">
                <a:solidFill>
                  <a:srgbClr val="71717A"/>
                </a:solidFill>
              </a:defRPr>
            </a:pPr>
            <a:r>
              <a:rPr sz="750">
                <a:solidFill>
                  <a:srgbClr val="7171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574469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909226-F176-4D15-9785-93FF2BC2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B511"/>
                </a:solidFill>
              </a:defRPr>
            </a:defPPr>
            <a:lvl1pPr>
              <a:defRPr sz="900" b="1">
                <a:solidFill>
                  <a:srgbClr val="FFB511"/>
                </a:solidFill>
              </a:defRPr>
            </a:lvl1pPr>
            <a:lvl2pPr>
              <a:defRPr sz="900" b="1">
                <a:solidFill>
                  <a:srgbClr val="FFB511"/>
                </a:solidFill>
              </a:defRPr>
            </a:lvl2pPr>
            <a:lvl3pPr>
              <a:defRPr sz="900" b="1">
                <a:solidFill>
                  <a:srgbClr val="FFB511"/>
                </a:solidFill>
              </a:defRPr>
            </a:lvl3pPr>
            <a:lvl4pPr>
              <a:defRPr sz="900" b="1">
                <a:solidFill>
                  <a:srgbClr val="FFB511"/>
                </a:solidFill>
              </a:defRPr>
            </a:lvl4pPr>
            <a:lvl5pPr>
              <a:defRPr sz="900" b="1">
                <a:solidFill>
                  <a:srgbClr val="FFB511"/>
                </a:solidFill>
              </a:defRPr>
            </a:lvl5pPr>
            <a:lvl6pPr>
              <a:defRPr sz="900" b="1">
                <a:solidFill>
                  <a:srgbClr val="FFB511"/>
                </a:solidFill>
              </a:defRPr>
            </a:lvl6pPr>
            <a:lvl7pPr>
              <a:defRPr sz="900" b="1">
                <a:solidFill>
                  <a:srgbClr val="FFB511"/>
                </a:solidFill>
              </a:defRPr>
            </a:lvl7pPr>
            <a:lvl8pPr>
              <a:defRPr sz="900" b="1">
                <a:solidFill>
                  <a:srgbClr val="FFB511"/>
                </a:solidFill>
              </a:defRPr>
            </a:lvl8pPr>
            <a:lvl9pPr>
              <a:defRPr sz="900" b="1">
                <a:solidFill>
                  <a:srgbClr val="FFB511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B511"/>
                </a:solidFill>
              </a:defRPr>
            </a:pPr>
            <a:r>
              <a:rPr sz="900" b="1">
                <a:solidFill>
                  <a:srgbClr val="FFB511"/>
                </a:solidFill>
              </a:rPr>
              <a:t>ROLE: ADMIN LEGAL · PIMPINAN CABANG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A1483-3663-4944-B886-4DEDA3B8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4F5"/>
                </a:solidFill>
              </a:defRPr>
            </a:defPPr>
            <a:lvl1pPr>
              <a:defRPr sz="2550" b="1">
                <a:solidFill>
                  <a:srgbClr val="F4F4F5"/>
                </a:solidFill>
              </a:defRPr>
            </a:lvl1pPr>
            <a:lvl2pPr>
              <a:defRPr sz="2550" b="1">
                <a:solidFill>
                  <a:srgbClr val="F4F4F5"/>
                </a:solidFill>
              </a:defRPr>
            </a:lvl2pPr>
            <a:lvl3pPr>
              <a:defRPr sz="2550" b="1">
                <a:solidFill>
                  <a:srgbClr val="F4F4F5"/>
                </a:solidFill>
              </a:defRPr>
            </a:lvl3pPr>
            <a:lvl4pPr>
              <a:defRPr sz="2550" b="1">
                <a:solidFill>
                  <a:srgbClr val="F4F4F5"/>
                </a:solidFill>
              </a:defRPr>
            </a:lvl4pPr>
            <a:lvl5pPr>
              <a:defRPr sz="2550" b="1">
                <a:solidFill>
                  <a:srgbClr val="F4F4F5"/>
                </a:solidFill>
              </a:defRPr>
            </a:lvl5pPr>
            <a:lvl6pPr>
              <a:defRPr sz="2550" b="1">
                <a:solidFill>
                  <a:srgbClr val="F4F4F5"/>
                </a:solidFill>
              </a:defRPr>
            </a:lvl6pPr>
            <a:lvl7pPr>
              <a:defRPr sz="2550" b="1">
                <a:solidFill>
                  <a:srgbClr val="F4F4F5"/>
                </a:solidFill>
              </a:defRPr>
            </a:lvl7pPr>
            <a:lvl8pPr>
              <a:defRPr sz="2550" b="1">
                <a:solidFill>
                  <a:srgbClr val="F4F4F5"/>
                </a:solidFill>
              </a:defRPr>
            </a:lvl8pPr>
            <a:lvl9pPr>
              <a:defRPr sz="2550" b="1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4F4F5"/>
                </a:solidFill>
              </a:defRPr>
            </a:pPr>
            <a:r>
              <a:rPr sz="2550" b="1">
                <a:solidFill>
                  <a:srgbClr val="F4F4F5"/>
                </a:solidFill>
              </a:rPr>
              <a:t>Baca posisi order dari Journey pengajuan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E8576-BB2F-4B53-9D54-AF6ACD81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A1A1AA"/>
                </a:solidFill>
              </a:defRPr>
            </a:defPPr>
            <a:lvl1pPr>
              <a:defRPr sz="1275">
                <a:solidFill>
                  <a:srgbClr val="A1A1AA"/>
                </a:solidFill>
              </a:defRPr>
            </a:lvl1pPr>
            <a:lvl2pPr>
              <a:defRPr sz="1275">
                <a:solidFill>
                  <a:srgbClr val="A1A1AA"/>
                </a:solidFill>
              </a:defRPr>
            </a:lvl2pPr>
            <a:lvl3pPr>
              <a:defRPr sz="1275">
                <a:solidFill>
                  <a:srgbClr val="A1A1AA"/>
                </a:solidFill>
              </a:defRPr>
            </a:lvl3pPr>
            <a:lvl4pPr>
              <a:defRPr sz="1275">
                <a:solidFill>
                  <a:srgbClr val="A1A1AA"/>
                </a:solidFill>
              </a:defRPr>
            </a:lvl4pPr>
            <a:lvl5pPr>
              <a:defRPr sz="1275">
                <a:solidFill>
                  <a:srgbClr val="A1A1AA"/>
                </a:solidFill>
              </a:defRPr>
            </a:lvl5pPr>
            <a:lvl6pPr>
              <a:defRPr sz="1275">
                <a:solidFill>
                  <a:srgbClr val="A1A1AA"/>
                </a:solidFill>
              </a:defRPr>
            </a:lvl6pPr>
            <a:lvl7pPr>
              <a:defRPr sz="1275">
                <a:solidFill>
                  <a:srgbClr val="A1A1AA"/>
                </a:solidFill>
              </a:defRPr>
            </a:lvl7pPr>
            <a:lvl8pPr>
              <a:defRPr sz="1275">
                <a:solidFill>
                  <a:srgbClr val="A1A1AA"/>
                </a:solidFill>
              </a:defRPr>
            </a:lvl8pPr>
            <a:lvl9pPr>
              <a:defRPr sz="1275">
                <a:solidFill>
                  <a:srgbClr val="A1A1AA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A1A1AA"/>
                </a:solidFill>
              </a:defRPr>
            </a:pPr>
            <a:r>
              <a:rPr sz="1275">
                <a:solidFill>
                  <a:srgbClr val="A1A1AA"/>
                </a:solidFill>
              </a:rPr>
              <a:t>Detail order menunjukkan siapa yang perlu bertindak dan apa yang belum selesai.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BA429-272B-4B85-993E-C9DF42AF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A2A2D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62BEFB-AC78-4B08-9860-51299E9F70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4b6b4f4945472f"/>
          <a:stretch xmlns:a="http://schemas.openxmlformats.org/drawingml/2006/main"/>
        </p:blipFill>
        <p:spPr>
          <a:xfrm xmlns:a="http://schemas.openxmlformats.org/drawingml/2006/main">
            <a:off x="1110462" y="2038350"/>
            <a:ext cx="6523025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FD5E2-F1C3-4050-9FDE-34947DEE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3162300" cy="409575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171719"/>
          </a:solidFill>
          <a:ln xmlns:a="http://schemas.openxmlformats.org/drawingml/2006/main" w="9525">
            <a:solidFill>
              <a:srgbClr val="2A2A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BC08EC-12EF-454B-BDA8-B01CA815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43150"/>
            <a:ext cx="1219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9525">
            <a:solidFill>
              <a:srgbClr val="15C78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B6906F-BC9D-4BBE-AB5C-69912372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003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5C784"/>
                </a:solidFill>
              </a:defRPr>
            </a:defPPr>
            <a:lvl1pPr>
              <a:defRPr sz="825" b="1">
                <a:solidFill>
                  <a:srgbClr val="15C784"/>
                </a:solidFill>
              </a:defRPr>
            </a:lvl1pPr>
            <a:lvl2pPr>
              <a:defRPr sz="825" b="1">
                <a:solidFill>
                  <a:srgbClr val="15C784"/>
                </a:solidFill>
              </a:defRPr>
            </a:lvl2pPr>
            <a:lvl3pPr>
              <a:defRPr sz="825" b="1">
                <a:solidFill>
                  <a:srgbClr val="15C784"/>
                </a:solidFill>
              </a:defRPr>
            </a:lvl3pPr>
            <a:lvl4pPr>
              <a:defRPr sz="825" b="1">
                <a:solidFill>
                  <a:srgbClr val="15C784"/>
                </a:solidFill>
              </a:defRPr>
            </a:lvl4pPr>
            <a:lvl5pPr>
              <a:defRPr sz="825" b="1">
                <a:solidFill>
                  <a:srgbClr val="15C784"/>
                </a:solidFill>
              </a:defRPr>
            </a:lvl5pPr>
            <a:lvl6pPr>
              <a:defRPr sz="825" b="1">
                <a:solidFill>
                  <a:srgbClr val="15C784"/>
                </a:solidFill>
              </a:defRPr>
            </a:lvl6pPr>
            <a:lvl7pPr>
              <a:defRPr sz="825" b="1">
                <a:solidFill>
                  <a:srgbClr val="15C784"/>
                </a:solidFill>
              </a:defRPr>
            </a:lvl7pPr>
            <a:lvl8pPr>
              <a:defRPr sz="825" b="1">
                <a:solidFill>
                  <a:srgbClr val="15C784"/>
                </a:solidFill>
              </a:defRPr>
            </a:lvl8pPr>
            <a:lvl9pPr>
              <a:defRPr sz="825" b="1">
                <a:solidFill>
                  <a:srgbClr val="15C784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5C784"/>
                </a:solidFill>
              </a:defRPr>
            </a:pPr>
            <a:r>
              <a:rPr sz="825" b="1">
                <a:solidFill>
                  <a:srgbClr val="15C784"/>
                </a:solidFill>
              </a:rPr>
              <a:t>CARA MEMBACA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2DCB6-2812-4906-BB2A-676EFD78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71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11"/>
          </a:solidFill>
          <a:ln xmlns:a="http://schemas.openxmlformats.org/drawingml/2006/main" w="0">
            <a:solidFill>
              <a:srgbClr val="FFB5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1E6C5-99BE-436C-83E3-7859BA54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956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4F4F5"/>
                </a:solidFill>
              </a:defRPr>
            </a:defPPr>
            <a:lvl1pPr>
              <a:defRPr sz="1275">
                <a:solidFill>
                  <a:srgbClr val="F4F4F5"/>
                </a:solidFill>
              </a:defRPr>
            </a:lvl1pPr>
            <a:lvl2pPr>
              <a:defRPr sz="1275">
                <a:solidFill>
                  <a:srgbClr val="F4F4F5"/>
                </a:solidFill>
              </a:defRPr>
            </a:lvl2pPr>
            <a:lvl3pPr>
              <a:defRPr sz="1275">
                <a:solidFill>
                  <a:srgbClr val="F4F4F5"/>
                </a:solidFill>
              </a:defRPr>
            </a:lvl3pPr>
            <a:lvl4pPr>
              <a:defRPr sz="1275">
                <a:solidFill>
                  <a:srgbClr val="F4F4F5"/>
                </a:solidFill>
              </a:defRPr>
            </a:lvl4pPr>
            <a:lvl5pPr>
              <a:defRPr sz="1275">
                <a:solidFill>
                  <a:srgbClr val="F4F4F5"/>
                </a:solidFill>
              </a:defRPr>
            </a:lvl5pPr>
            <a:lvl6pPr>
              <a:defRPr sz="1275">
                <a:solidFill>
                  <a:srgbClr val="F4F4F5"/>
                </a:solidFill>
              </a:defRPr>
            </a:lvl6pPr>
            <a:lvl7pPr>
              <a:defRPr sz="1275">
                <a:solidFill>
                  <a:srgbClr val="F4F4F5"/>
                </a:solidFill>
              </a:defRPr>
            </a:lvl7pPr>
            <a:lvl8pPr>
              <a:defRPr sz="1275">
                <a:solidFill>
                  <a:srgbClr val="F4F4F5"/>
                </a:solidFill>
              </a:defRPr>
            </a:lvl8pPr>
            <a:lvl9pPr>
              <a:defRPr sz="1275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F4F4F5"/>
                </a:solidFill>
              </a:defRPr>
            </a:pPr>
            <a:r>
              <a:rPr sz="1275">
                <a:solidFill>
                  <a:srgbClr val="F4F4F5"/>
                </a:solidFill>
              </a:rPr>
              <a:t>Ikuti urutan tahap dari atas ke bawah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0ACD46-BEAC-4B50-BDD7-67321B5A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11"/>
          </a:solidFill>
          <a:ln xmlns:a="http://schemas.openxmlformats.org/drawingml/2006/main" w="0">
            <a:solidFill>
              <a:srgbClr val="FFB5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FCFA54-3FC8-45AD-97F3-792617AE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52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4F4F5"/>
                </a:solidFill>
              </a:defRPr>
            </a:defPPr>
            <a:lvl1pPr>
              <a:defRPr sz="1275">
                <a:solidFill>
                  <a:srgbClr val="F4F4F5"/>
                </a:solidFill>
              </a:defRPr>
            </a:lvl1pPr>
            <a:lvl2pPr>
              <a:defRPr sz="1275">
                <a:solidFill>
                  <a:srgbClr val="F4F4F5"/>
                </a:solidFill>
              </a:defRPr>
            </a:lvl2pPr>
            <a:lvl3pPr>
              <a:defRPr sz="1275">
                <a:solidFill>
                  <a:srgbClr val="F4F4F5"/>
                </a:solidFill>
              </a:defRPr>
            </a:lvl3pPr>
            <a:lvl4pPr>
              <a:defRPr sz="1275">
                <a:solidFill>
                  <a:srgbClr val="F4F4F5"/>
                </a:solidFill>
              </a:defRPr>
            </a:lvl4pPr>
            <a:lvl5pPr>
              <a:defRPr sz="1275">
                <a:solidFill>
                  <a:srgbClr val="F4F4F5"/>
                </a:solidFill>
              </a:defRPr>
            </a:lvl5pPr>
            <a:lvl6pPr>
              <a:defRPr sz="1275">
                <a:solidFill>
                  <a:srgbClr val="F4F4F5"/>
                </a:solidFill>
              </a:defRPr>
            </a:lvl6pPr>
            <a:lvl7pPr>
              <a:defRPr sz="1275">
                <a:solidFill>
                  <a:srgbClr val="F4F4F5"/>
                </a:solidFill>
              </a:defRPr>
            </a:lvl7pPr>
            <a:lvl8pPr>
              <a:defRPr sz="1275">
                <a:solidFill>
                  <a:srgbClr val="F4F4F5"/>
                </a:solidFill>
              </a:defRPr>
            </a:lvl8pPr>
            <a:lvl9pPr>
              <a:defRPr sz="1275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F4F4F5"/>
                </a:solidFill>
              </a:defRPr>
            </a:pPr>
            <a:r>
              <a:rPr sz="1275">
                <a:solidFill>
                  <a:srgbClr val="F4F4F5"/>
                </a:solidFill>
              </a:rPr>
              <a:t>Hijau berarti tahap sudah dilewati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BD457F-DF7B-4D2D-A168-145AB55E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86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11"/>
          </a:solidFill>
          <a:ln xmlns:a="http://schemas.openxmlformats.org/drawingml/2006/main" w="0">
            <a:solidFill>
              <a:srgbClr val="FFB51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B21675-2B83-4797-BF20-FC937963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100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4F4F5"/>
                </a:solidFill>
              </a:defRPr>
            </a:defPPr>
            <a:lvl1pPr>
              <a:defRPr sz="1275">
                <a:solidFill>
                  <a:srgbClr val="F4F4F5"/>
                </a:solidFill>
              </a:defRPr>
            </a:lvl1pPr>
            <a:lvl2pPr>
              <a:defRPr sz="1275">
                <a:solidFill>
                  <a:srgbClr val="F4F4F5"/>
                </a:solidFill>
              </a:defRPr>
            </a:lvl2pPr>
            <a:lvl3pPr>
              <a:defRPr sz="1275">
                <a:solidFill>
                  <a:srgbClr val="F4F4F5"/>
                </a:solidFill>
              </a:defRPr>
            </a:lvl3pPr>
            <a:lvl4pPr>
              <a:defRPr sz="1275">
                <a:solidFill>
                  <a:srgbClr val="F4F4F5"/>
                </a:solidFill>
              </a:defRPr>
            </a:lvl4pPr>
            <a:lvl5pPr>
              <a:defRPr sz="1275">
                <a:solidFill>
                  <a:srgbClr val="F4F4F5"/>
                </a:solidFill>
              </a:defRPr>
            </a:lvl5pPr>
            <a:lvl6pPr>
              <a:defRPr sz="1275">
                <a:solidFill>
                  <a:srgbClr val="F4F4F5"/>
                </a:solidFill>
              </a:defRPr>
            </a:lvl6pPr>
            <a:lvl7pPr>
              <a:defRPr sz="1275">
                <a:solidFill>
                  <a:srgbClr val="F4F4F5"/>
                </a:solidFill>
              </a:defRPr>
            </a:lvl7pPr>
            <a:lvl8pPr>
              <a:defRPr sz="1275">
                <a:solidFill>
                  <a:srgbClr val="F4F4F5"/>
                </a:solidFill>
              </a:defRPr>
            </a:lvl8pPr>
            <a:lvl9pPr>
              <a:defRPr sz="1275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F4F4F5"/>
                </a:solidFill>
              </a:defRPr>
            </a:pPr>
            <a:r>
              <a:rPr sz="1275">
                <a:solidFill>
                  <a:srgbClr val="F4F4F5"/>
                </a:solidFill>
              </a:rPr>
              <a:t>Tahap aktif menunjukkan pekerjaan saat ini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4D941D-84F0-4A7F-816F-39E5D442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43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11"/>
          </a:solidFill>
          <a:ln xmlns:a="http://schemas.openxmlformats.org/drawingml/2006/main" w="0">
            <a:solidFill>
              <a:srgbClr val="FFB5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7F9DA2-D74A-4A78-B29D-31C61502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672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4F4F5"/>
                </a:solidFill>
              </a:defRPr>
            </a:defPPr>
            <a:lvl1pPr>
              <a:defRPr sz="1275">
                <a:solidFill>
                  <a:srgbClr val="F4F4F5"/>
                </a:solidFill>
              </a:defRPr>
            </a:lvl1pPr>
            <a:lvl2pPr>
              <a:defRPr sz="1275">
                <a:solidFill>
                  <a:srgbClr val="F4F4F5"/>
                </a:solidFill>
              </a:defRPr>
            </a:lvl2pPr>
            <a:lvl3pPr>
              <a:defRPr sz="1275">
                <a:solidFill>
                  <a:srgbClr val="F4F4F5"/>
                </a:solidFill>
              </a:defRPr>
            </a:lvl3pPr>
            <a:lvl4pPr>
              <a:defRPr sz="1275">
                <a:solidFill>
                  <a:srgbClr val="F4F4F5"/>
                </a:solidFill>
              </a:defRPr>
            </a:lvl4pPr>
            <a:lvl5pPr>
              <a:defRPr sz="1275">
                <a:solidFill>
                  <a:srgbClr val="F4F4F5"/>
                </a:solidFill>
              </a:defRPr>
            </a:lvl5pPr>
            <a:lvl6pPr>
              <a:defRPr sz="1275">
                <a:solidFill>
                  <a:srgbClr val="F4F4F5"/>
                </a:solidFill>
              </a:defRPr>
            </a:lvl6pPr>
            <a:lvl7pPr>
              <a:defRPr sz="1275">
                <a:solidFill>
                  <a:srgbClr val="F4F4F5"/>
                </a:solidFill>
              </a:defRPr>
            </a:lvl7pPr>
            <a:lvl8pPr>
              <a:defRPr sz="1275">
                <a:solidFill>
                  <a:srgbClr val="F4F4F5"/>
                </a:solidFill>
              </a:defRPr>
            </a:lvl8pPr>
            <a:lvl9pPr>
              <a:defRPr sz="1275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F4F4F5"/>
                </a:solidFill>
              </a:defRPr>
            </a:pPr>
            <a:r>
              <a:rPr sz="1275">
                <a:solidFill>
                  <a:srgbClr val="F4F4F5"/>
                </a:solidFill>
              </a:rPr>
              <a:t>Panel kanan berisi ringkasan order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456E1A-FEFC-40E5-A517-11DCA30A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71717A"/>
                </a:solidFill>
              </a:defRPr>
            </a:defPPr>
            <a:lvl1pPr>
              <a:defRPr sz="750">
                <a:solidFill>
                  <a:srgbClr val="71717A"/>
                </a:solidFill>
              </a:defRPr>
            </a:lvl1pPr>
            <a:lvl2pPr>
              <a:defRPr sz="750">
                <a:solidFill>
                  <a:srgbClr val="71717A"/>
                </a:solidFill>
              </a:defRPr>
            </a:lvl2pPr>
            <a:lvl3pPr>
              <a:defRPr sz="750">
                <a:solidFill>
                  <a:srgbClr val="71717A"/>
                </a:solidFill>
              </a:defRPr>
            </a:lvl3pPr>
            <a:lvl4pPr>
              <a:defRPr sz="750">
                <a:solidFill>
                  <a:srgbClr val="71717A"/>
                </a:solidFill>
              </a:defRPr>
            </a:lvl4pPr>
            <a:lvl5pPr>
              <a:defRPr sz="750">
                <a:solidFill>
                  <a:srgbClr val="71717A"/>
                </a:solidFill>
              </a:defRPr>
            </a:lvl5pPr>
            <a:lvl6pPr>
              <a:defRPr sz="750">
                <a:solidFill>
                  <a:srgbClr val="71717A"/>
                </a:solidFill>
              </a:defRPr>
            </a:lvl6pPr>
            <a:lvl7pPr>
              <a:defRPr sz="750">
                <a:solidFill>
                  <a:srgbClr val="71717A"/>
                </a:solidFill>
              </a:defRPr>
            </a:lvl7pPr>
            <a:lvl8pPr>
              <a:defRPr sz="750">
                <a:solidFill>
                  <a:srgbClr val="71717A"/>
                </a:solidFill>
              </a:defRPr>
            </a:lvl8pPr>
            <a:lvl9pPr>
              <a:defRPr sz="750">
                <a:solidFill>
                  <a:srgbClr val="71717A"/>
                </a:solidFill>
              </a:defRPr>
            </a:lvl9pPr>
          </a:lstStyle>
          <a:p xmlns:a="http://schemas.openxmlformats.org/drawingml/2006/main">
            <a:pPr>
              <a:defRPr sz="750">
                <a:solidFill>
                  <a:srgbClr val="71717A"/>
                </a:solidFill>
              </a:defRPr>
            </a:pPr>
            <a:r>
              <a:rPr sz="750">
                <a:solidFill>
                  <a:srgbClr val="71717A"/>
                </a:solidFill>
              </a:rPr>
              <a:t>SIMONTOK · Panduan pelatihan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043E4F-9292-47B5-829F-6C6A5B08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71717A"/>
                </a:solidFill>
              </a:defRPr>
            </a:defPPr>
            <a:lvl1pPr>
              <a:defRPr sz="750">
                <a:solidFill>
                  <a:srgbClr val="71717A"/>
                </a:solidFill>
              </a:defRPr>
            </a:lvl1pPr>
            <a:lvl2pPr>
              <a:defRPr sz="750">
                <a:solidFill>
                  <a:srgbClr val="71717A"/>
                </a:solidFill>
              </a:defRPr>
            </a:lvl2pPr>
            <a:lvl3pPr>
              <a:defRPr sz="750">
                <a:solidFill>
                  <a:srgbClr val="71717A"/>
                </a:solidFill>
              </a:defRPr>
            </a:lvl3pPr>
            <a:lvl4pPr>
              <a:defRPr sz="750">
                <a:solidFill>
                  <a:srgbClr val="71717A"/>
                </a:solidFill>
              </a:defRPr>
            </a:lvl4pPr>
            <a:lvl5pPr>
              <a:defRPr sz="750">
                <a:solidFill>
                  <a:srgbClr val="71717A"/>
                </a:solidFill>
              </a:defRPr>
            </a:lvl5pPr>
            <a:lvl6pPr>
              <a:defRPr sz="750">
                <a:solidFill>
                  <a:srgbClr val="71717A"/>
                </a:solidFill>
              </a:defRPr>
            </a:lvl6pPr>
            <a:lvl7pPr>
              <a:defRPr sz="750">
                <a:solidFill>
                  <a:srgbClr val="71717A"/>
                </a:solidFill>
              </a:defRPr>
            </a:lvl7pPr>
            <a:lvl8pPr>
              <a:defRPr sz="750">
                <a:solidFill>
                  <a:srgbClr val="71717A"/>
                </a:solidFill>
              </a:defRPr>
            </a:lvl8pPr>
            <a:lvl9pPr>
              <a:defRPr sz="750">
                <a:solidFill>
                  <a:srgbClr val="71717A"/>
                </a:solidFill>
              </a:defRPr>
            </a:lvl9pPr>
          </a:lstStyle>
          <a:p xmlns:a="http://schemas.openxmlformats.org/drawingml/2006/main">
            <a:pPr>
              <a:defRPr sz="750">
                <a:solidFill>
                  <a:srgbClr val="71717A"/>
                </a:solidFill>
              </a:defRPr>
            </a:pPr>
            <a:r>
              <a:rPr sz="750">
                <a:solidFill>
                  <a:srgbClr val="7171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220400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E3A74F-4E75-473E-B3F8-A6322225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B511"/>
                </a:solidFill>
              </a:defRPr>
            </a:defPPr>
            <a:lvl1pPr>
              <a:defRPr sz="900" b="1">
                <a:solidFill>
                  <a:srgbClr val="FFB511"/>
                </a:solidFill>
              </a:defRPr>
            </a:lvl1pPr>
            <a:lvl2pPr>
              <a:defRPr sz="900" b="1">
                <a:solidFill>
                  <a:srgbClr val="FFB511"/>
                </a:solidFill>
              </a:defRPr>
            </a:lvl2pPr>
            <a:lvl3pPr>
              <a:defRPr sz="900" b="1">
                <a:solidFill>
                  <a:srgbClr val="FFB511"/>
                </a:solidFill>
              </a:defRPr>
            </a:lvl3pPr>
            <a:lvl4pPr>
              <a:defRPr sz="900" b="1">
                <a:solidFill>
                  <a:srgbClr val="FFB511"/>
                </a:solidFill>
              </a:defRPr>
            </a:lvl4pPr>
            <a:lvl5pPr>
              <a:defRPr sz="900" b="1">
                <a:solidFill>
                  <a:srgbClr val="FFB511"/>
                </a:solidFill>
              </a:defRPr>
            </a:lvl5pPr>
            <a:lvl6pPr>
              <a:defRPr sz="900" b="1">
                <a:solidFill>
                  <a:srgbClr val="FFB511"/>
                </a:solidFill>
              </a:defRPr>
            </a:lvl6pPr>
            <a:lvl7pPr>
              <a:defRPr sz="900" b="1">
                <a:solidFill>
                  <a:srgbClr val="FFB511"/>
                </a:solidFill>
              </a:defRPr>
            </a:lvl7pPr>
            <a:lvl8pPr>
              <a:defRPr sz="900" b="1">
                <a:solidFill>
                  <a:srgbClr val="FFB511"/>
                </a:solidFill>
              </a:defRPr>
            </a:lvl8pPr>
            <a:lvl9pPr>
              <a:defRPr sz="900" b="1">
                <a:solidFill>
                  <a:srgbClr val="FFB511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B511"/>
                </a:solidFill>
              </a:defRPr>
            </a:pPr>
            <a:r>
              <a:rPr sz="900" b="1">
                <a:solidFill>
                  <a:srgbClr val="FFB511"/>
                </a:solidFill>
              </a:rPr>
              <a:t>ROLE: NOTARIS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DFE34-248C-4206-BF48-308E01AE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4F5"/>
                </a:solidFill>
              </a:defRPr>
            </a:defPPr>
            <a:lvl1pPr>
              <a:defRPr sz="2550" b="1">
                <a:solidFill>
                  <a:srgbClr val="F4F4F5"/>
                </a:solidFill>
              </a:defRPr>
            </a:lvl1pPr>
            <a:lvl2pPr>
              <a:defRPr sz="2550" b="1">
                <a:solidFill>
                  <a:srgbClr val="F4F4F5"/>
                </a:solidFill>
              </a:defRPr>
            </a:lvl2pPr>
            <a:lvl3pPr>
              <a:defRPr sz="2550" b="1">
                <a:solidFill>
                  <a:srgbClr val="F4F4F5"/>
                </a:solidFill>
              </a:defRPr>
            </a:lvl3pPr>
            <a:lvl4pPr>
              <a:defRPr sz="2550" b="1">
                <a:solidFill>
                  <a:srgbClr val="F4F4F5"/>
                </a:solidFill>
              </a:defRPr>
            </a:lvl4pPr>
            <a:lvl5pPr>
              <a:defRPr sz="2550" b="1">
                <a:solidFill>
                  <a:srgbClr val="F4F4F5"/>
                </a:solidFill>
              </a:defRPr>
            </a:lvl5pPr>
            <a:lvl6pPr>
              <a:defRPr sz="2550" b="1">
                <a:solidFill>
                  <a:srgbClr val="F4F4F5"/>
                </a:solidFill>
              </a:defRPr>
            </a:lvl6pPr>
            <a:lvl7pPr>
              <a:defRPr sz="2550" b="1">
                <a:solidFill>
                  <a:srgbClr val="F4F4F5"/>
                </a:solidFill>
              </a:defRPr>
            </a:lvl7pPr>
            <a:lvl8pPr>
              <a:defRPr sz="2550" b="1">
                <a:solidFill>
                  <a:srgbClr val="F4F4F5"/>
                </a:solidFill>
              </a:defRPr>
            </a:lvl8pPr>
            <a:lvl9pPr>
              <a:defRPr sz="2550" b="1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4F4F5"/>
                </a:solidFill>
              </a:defRPr>
            </a:pPr>
            <a:r>
              <a:rPr sz="2550" b="1">
                <a:solidFill>
                  <a:srgbClr val="F4F4F5"/>
                </a:solidFill>
              </a:rPr>
              <a:t>Kerjakan order yang dikirim ke Portal Notaris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8F2E0-9AD9-4B0A-BB36-5C87C2E6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A1A1AA"/>
                </a:solidFill>
              </a:defRPr>
            </a:defPPr>
            <a:lvl1pPr>
              <a:defRPr sz="1275">
                <a:solidFill>
                  <a:srgbClr val="A1A1AA"/>
                </a:solidFill>
              </a:defRPr>
            </a:lvl1pPr>
            <a:lvl2pPr>
              <a:defRPr sz="1275">
                <a:solidFill>
                  <a:srgbClr val="A1A1AA"/>
                </a:solidFill>
              </a:defRPr>
            </a:lvl2pPr>
            <a:lvl3pPr>
              <a:defRPr sz="1275">
                <a:solidFill>
                  <a:srgbClr val="A1A1AA"/>
                </a:solidFill>
              </a:defRPr>
            </a:lvl3pPr>
            <a:lvl4pPr>
              <a:defRPr sz="1275">
                <a:solidFill>
                  <a:srgbClr val="A1A1AA"/>
                </a:solidFill>
              </a:defRPr>
            </a:lvl4pPr>
            <a:lvl5pPr>
              <a:defRPr sz="1275">
                <a:solidFill>
                  <a:srgbClr val="A1A1AA"/>
                </a:solidFill>
              </a:defRPr>
            </a:lvl5pPr>
            <a:lvl6pPr>
              <a:defRPr sz="1275">
                <a:solidFill>
                  <a:srgbClr val="A1A1AA"/>
                </a:solidFill>
              </a:defRPr>
            </a:lvl6pPr>
            <a:lvl7pPr>
              <a:defRPr sz="1275">
                <a:solidFill>
                  <a:srgbClr val="A1A1AA"/>
                </a:solidFill>
              </a:defRPr>
            </a:lvl7pPr>
            <a:lvl8pPr>
              <a:defRPr sz="1275">
                <a:solidFill>
                  <a:srgbClr val="A1A1AA"/>
                </a:solidFill>
              </a:defRPr>
            </a:lvl8pPr>
            <a:lvl9pPr>
              <a:defRPr sz="1275">
                <a:solidFill>
                  <a:srgbClr val="A1A1AA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A1A1AA"/>
                </a:solidFill>
              </a:defRPr>
            </a:pPr>
            <a:r>
              <a:rPr sz="1275">
                <a:solidFill>
                  <a:srgbClr val="A1A1AA"/>
                </a:solidFill>
              </a:rPr>
              <a:t>Portal menampilkan pekerjaan berdasarkan status dan waktu dikirim.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A30D7-45B7-4227-94AF-5997E6CE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A2A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94280-6C58-4AE5-A503-B07AB89A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143250" cy="4095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71719"/>
          </a:solidFill>
          <a:ln xmlns:a="http://schemas.openxmlformats.org/drawingml/2006/main" w="9525">
            <a:solidFill>
              <a:srgbClr val="2A2A2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7229C-2934-4DC2-9CFA-71EBF999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12954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02638"/>
          </a:solidFill>
          <a:ln xmlns:a="http://schemas.openxmlformats.org/drawingml/2006/main" w="9525">
            <a:solidFill>
              <a:srgbClr val="55B8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B7981-F7CC-4A01-B58D-81BD7BCE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55B8FF"/>
                </a:solidFill>
              </a:defRPr>
            </a:defPPr>
            <a:lvl1pPr>
              <a:defRPr sz="825" b="1">
                <a:solidFill>
                  <a:srgbClr val="55B8FF"/>
                </a:solidFill>
              </a:defRPr>
            </a:lvl1pPr>
            <a:lvl2pPr>
              <a:defRPr sz="825" b="1">
                <a:solidFill>
                  <a:srgbClr val="55B8FF"/>
                </a:solidFill>
              </a:defRPr>
            </a:lvl2pPr>
            <a:lvl3pPr>
              <a:defRPr sz="825" b="1">
                <a:solidFill>
                  <a:srgbClr val="55B8FF"/>
                </a:solidFill>
              </a:defRPr>
            </a:lvl3pPr>
            <a:lvl4pPr>
              <a:defRPr sz="825" b="1">
                <a:solidFill>
                  <a:srgbClr val="55B8FF"/>
                </a:solidFill>
              </a:defRPr>
            </a:lvl4pPr>
            <a:lvl5pPr>
              <a:defRPr sz="825" b="1">
                <a:solidFill>
                  <a:srgbClr val="55B8FF"/>
                </a:solidFill>
              </a:defRPr>
            </a:lvl5pPr>
            <a:lvl6pPr>
              <a:defRPr sz="825" b="1">
                <a:solidFill>
                  <a:srgbClr val="55B8FF"/>
                </a:solidFill>
              </a:defRPr>
            </a:lvl6pPr>
            <a:lvl7pPr>
              <a:defRPr sz="825" b="1">
                <a:solidFill>
                  <a:srgbClr val="55B8FF"/>
                </a:solidFill>
              </a:defRPr>
            </a:lvl7pPr>
            <a:lvl8pPr>
              <a:defRPr sz="825" b="1">
                <a:solidFill>
                  <a:srgbClr val="55B8FF"/>
                </a:solidFill>
              </a:defRPr>
            </a:lvl8pPr>
            <a:lvl9pPr>
              <a:defRPr sz="825" b="1">
                <a:solidFill>
                  <a:srgbClr val="55B8FF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55B8FF"/>
                </a:solidFill>
              </a:defRPr>
            </a:pPr>
            <a:r>
              <a:rPr sz="825" b="1">
                <a:solidFill>
                  <a:srgbClr val="55B8FF"/>
                </a:solidFill>
              </a:rPr>
              <a:t>FOKUS NOTARIS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DE7E14-A536-40C2-809A-6C206414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11"/>
          </a:solidFill>
          <a:ln xmlns:a="http://schemas.openxmlformats.org/drawingml/2006/main" w="0">
            <a:solidFill>
              <a:srgbClr val="FFB5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BEF33-A750-482D-B772-C10EF520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4F4F5"/>
                </a:solidFill>
              </a:defRPr>
            </a:defPPr>
            <a:lvl1pPr>
              <a:defRPr sz="1275">
                <a:solidFill>
                  <a:srgbClr val="F4F4F5"/>
                </a:solidFill>
              </a:defRPr>
            </a:lvl1pPr>
            <a:lvl2pPr>
              <a:defRPr sz="1275">
                <a:solidFill>
                  <a:srgbClr val="F4F4F5"/>
                </a:solidFill>
              </a:defRPr>
            </a:lvl2pPr>
            <a:lvl3pPr>
              <a:defRPr sz="1275">
                <a:solidFill>
                  <a:srgbClr val="F4F4F5"/>
                </a:solidFill>
              </a:defRPr>
            </a:lvl3pPr>
            <a:lvl4pPr>
              <a:defRPr sz="1275">
                <a:solidFill>
                  <a:srgbClr val="F4F4F5"/>
                </a:solidFill>
              </a:defRPr>
            </a:lvl4pPr>
            <a:lvl5pPr>
              <a:defRPr sz="1275">
                <a:solidFill>
                  <a:srgbClr val="F4F4F5"/>
                </a:solidFill>
              </a:defRPr>
            </a:lvl5pPr>
            <a:lvl6pPr>
              <a:defRPr sz="1275">
                <a:solidFill>
                  <a:srgbClr val="F4F4F5"/>
                </a:solidFill>
              </a:defRPr>
            </a:lvl6pPr>
            <a:lvl7pPr>
              <a:defRPr sz="1275">
                <a:solidFill>
                  <a:srgbClr val="F4F4F5"/>
                </a:solidFill>
              </a:defRPr>
            </a:lvl7pPr>
            <a:lvl8pPr>
              <a:defRPr sz="1275">
                <a:solidFill>
                  <a:srgbClr val="F4F4F5"/>
                </a:solidFill>
              </a:defRPr>
            </a:lvl8pPr>
            <a:lvl9pPr>
              <a:defRPr sz="1275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F4F4F5"/>
                </a:solidFill>
              </a:defRPr>
            </a:pPr>
            <a:r>
              <a:rPr sz="1275">
                <a:solidFill>
                  <a:srgbClr val="F4F4F5"/>
                </a:solidFill>
              </a:rPr>
              <a:t>Buka order yang masuk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D20195-945F-4302-864B-239F1CCC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11"/>
          </a:solidFill>
          <a:ln xmlns:a="http://schemas.openxmlformats.org/drawingml/2006/main" w="0">
            <a:solidFill>
              <a:srgbClr val="FFB5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4DD772-8E2B-46E4-9998-2E5FB7A9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52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4F4F5"/>
                </a:solidFill>
              </a:defRPr>
            </a:defPPr>
            <a:lvl1pPr>
              <a:defRPr sz="1275">
                <a:solidFill>
                  <a:srgbClr val="F4F4F5"/>
                </a:solidFill>
              </a:defRPr>
            </a:lvl1pPr>
            <a:lvl2pPr>
              <a:defRPr sz="1275">
                <a:solidFill>
                  <a:srgbClr val="F4F4F5"/>
                </a:solidFill>
              </a:defRPr>
            </a:lvl2pPr>
            <a:lvl3pPr>
              <a:defRPr sz="1275">
                <a:solidFill>
                  <a:srgbClr val="F4F4F5"/>
                </a:solidFill>
              </a:defRPr>
            </a:lvl3pPr>
            <a:lvl4pPr>
              <a:defRPr sz="1275">
                <a:solidFill>
                  <a:srgbClr val="F4F4F5"/>
                </a:solidFill>
              </a:defRPr>
            </a:lvl4pPr>
            <a:lvl5pPr>
              <a:defRPr sz="1275">
                <a:solidFill>
                  <a:srgbClr val="F4F4F5"/>
                </a:solidFill>
              </a:defRPr>
            </a:lvl5pPr>
            <a:lvl6pPr>
              <a:defRPr sz="1275">
                <a:solidFill>
                  <a:srgbClr val="F4F4F5"/>
                </a:solidFill>
              </a:defRPr>
            </a:lvl6pPr>
            <a:lvl7pPr>
              <a:defRPr sz="1275">
                <a:solidFill>
                  <a:srgbClr val="F4F4F5"/>
                </a:solidFill>
              </a:defRPr>
            </a:lvl7pPr>
            <a:lvl8pPr>
              <a:defRPr sz="1275">
                <a:solidFill>
                  <a:srgbClr val="F4F4F5"/>
                </a:solidFill>
              </a:defRPr>
            </a:lvl8pPr>
            <a:lvl9pPr>
              <a:defRPr sz="1275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F4F4F5"/>
                </a:solidFill>
              </a:defRPr>
            </a:pPr>
            <a:r>
              <a:rPr sz="1275">
                <a:solidFill>
                  <a:srgbClr val="F4F4F5"/>
                </a:solidFill>
              </a:rPr>
              <a:t>Periksa data dan dokumen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B2DBD7-D4D1-4DAB-804A-51C3C878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11"/>
          </a:solidFill>
          <a:ln xmlns:a="http://schemas.openxmlformats.org/drawingml/2006/main" w="0">
            <a:solidFill>
              <a:srgbClr val="FFB5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5E82B-4DA7-4C02-B256-FE0D6E87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4F4F5"/>
                </a:solidFill>
              </a:defRPr>
            </a:defPPr>
            <a:lvl1pPr>
              <a:defRPr sz="1275">
                <a:solidFill>
                  <a:srgbClr val="F4F4F5"/>
                </a:solidFill>
              </a:defRPr>
            </a:lvl1pPr>
            <a:lvl2pPr>
              <a:defRPr sz="1275">
                <a:solidFill>
                  <a:srgbClr val="F4F4F5"/>
                </a:solidFill>
              </a:defRPr>
            </a:lvl2pPr>
            <a:lvl3pPr>
              <a:defRPr sz="1275">
                <a:solidFill>
                  <a:srgbClr val="F4F4F5"/>
                </a:solidFill>
              </a:defRPr>
            </a:lvl3pPr>
            <a:lvl4pPr>
              <a:defRPr sz="1275">
                <a:solidFill>
                  <a:srgbClr val="F4F4F5"/>
                </a:solidFill>
              </a:defRPr>
            </a:lvl4pPr>
            <a:lvl5pPr>
              <a:defRPr sz="1275">
                <a:solidFill>
                  <a:srgbClr val="F4F4F5"/>
                </a:solidFill>
              </a:defRPr>
            </a:lvl5pPr>
            <a:lvl6pPr>
              <a:defRPr sz="1275">
                <a:solidFill>
                  <a:srgbClr val="F4F4F5"/>
                </a:solidFill>
              </a:defRPr>
            </a:lvl6pPr>
            <a:lvl7pPr>
              <a:defRPr sz="1275">
                <a:solidFill>
                  <a:srgbClr val="F4F4F5"/>
                </a:solidFill>
              </a:defRPr>
            </a:lvl7pPr>
            <a:lvl8pPr>
              <a:defRPr sz="1275">
                <a:solidFill>
                  <a:srgbClr val="F4F4F5"/>
                </a:solidFill>
              </a:defRPr>
            </a:lvl8pPr>
            <a:lvl9pPr>
              <a:defRPr sz="1275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F4F4F5"/>
                </a:solidFill>
              </a:defRPr>
            </a:pPr>
            <a:r>
              <a:rPr sz="1275">
                <a:solidFill>
                  <a:srgbClr val="F4F4F5"/>
                </a:solidFill>
              </a:rPr>
              <a:t>Perbarui status covernote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CB4695-42C8-4469-B481-9EE4EC7F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11"/>
          </a:solidFill>
          <a:ln xmlns:a="http://schemas.openxmlformats.org/drawingml/2006/main" w="0">
            <a:solidFill>
              <a:srgbClr val="FFB51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3D1C64-CD53-4024-ACA0-60D101B6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672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4F4F5"/>
                </a:solidFill>
              </a:defRPr>
            </a:defPPr>
            <a:lvl1pPr>
              <a:defRPr sz="1275">
                <a:solidFill>
                  <a:srgbClr val="F4F4F5"/>
                </a:solidFill>
              </a:defRPr>
            </a:lvl1pPr>
            <a:lvl2pPr>
              <a:defRPr sz="1275">
                <a:solidFill>
                  <a:srgbClr val="F4F4F5"/>
                </a:solidFill>
              </a:defRPr>
            </a:lvl2pPr>
            <a:lvl3pPr>
              <a:defRPr sz="1275">
                <a:solidFill>
                  <a:srgbClr val="F4F4F5"/>
                </a:solidFill>
              </a:defRPr>
            </a:lvl3pPr>
            <a:lvl4pPr>
              <a:defRPr sz="1275">
                <a:solidFill>
                  <a:srgbClr val="F4F4F5"/>
                </a:solidFill>
              </a:defRPr>
            </a:lvl4pPr>
            <a:lvl5pPr>
              <a:defRPr sz="1275">
                <a:solidFill>
                  <a:srgbClr val="F4F4F5"/>
                </a:solidFill>
              </a:defRPr>
            </a:lvl5pPr>
            <a:lvl6pPr>
              <a:defRPr sz="1275">
                <a:solidFill>
                  <a:srgbClr val="F4F4F5"/>
                </a:solidFill>
              </a:defRPr>
            </a:lvl6pPr>
            <a:lvl7pPr>
              <a:defRPr sz="1275">
                <a:solidFill>
                  <a:srgbClr val="F4F4F5"/>
                </a:solidFill>
              </a:defRPr>
            </a:lvl7pPr>
            <a:lvl8pPr>
              <a:defRPr sz="1275">
                <a:solidFill>
                  <a:srgbClr val="F4F4F5"/>
                </a:solidFill>
              </a:defRPr>
            </a:lvl8pPr>
            <a:lvl9pPr>
              <a:defRPr sz="1275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F4F4F5"/>
                </a:solidFill>
              </a:defRPr>
            </a:pPr>
            <a:r>
              <a:rPr sz="1275">
                <a:solidFill>
                  <a:srgbClr val="F4F4F5"/>
                </a:solidFill>
              </a:rPr>
              <a:t>Unggah dokumen final bila siap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B0D1CD-0DCE-406A-A0F2-9ED55C096C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e32d1ef9384a23"/>
          <a:stretch xmlns:a="http://schemas.openxmlformats.org/drawingml/2006/main"/>
        </p:blipFill>
        <p:spPr>
          <a:xfrm xmlns:a="http://schemas.openxmlformats.org/drawingml/2006/main">
            <a:off x="4577562" y="2038350"/>
            <a:ext cx="6523025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0FF464-7B12-4AC1-BD0A-30751C69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71717A"/>
                </a:solidFill>
              </a:defRPr>
            </a:defPPr>
            <a:lvl1pPr>
              <a:defRPr sz="750">
                <a:solidFill>
                  <a:srgbClr val="71717A"/>
                </a:solidFill>
              </a:defRPr>
            </a:lvl1pPr>
            <a:lvl2pPr>
              <a:defRPr sz="750">
                <a:solidFill>
                  <a:srgbClr val="71717A"/>
                </a:solidFill>
              </a:defRPr>
            </a:lvl2pPr>
            <a:lvl3pPr>
              <a:defRPr sz="750">
                <a:solidFill>
                  <a:srgbClr val="71717A"/>
                </a:solidFill>
              </a:defRPr>
            </a:lvl3pPr>
            <a:lvl4pPr>
              <a:defRPr sz="750">
                <a:solidFill>
                  <a:srgbClr val="71717A"/>
                </a:solidFill>
              </a:defRPr>
            </a:lvl4pPr>
            <a:lvl5pPr>
              <a:defRPr sz="750">
                <a:solidFill>
                  <a:srgbClr val="71717A"/>
                </a:solidFill>
              </a:defRPr>
            </a:lvl5pPr>
            <a:lvl6pPr>
              <a:defRPr sz="750">
                <a:solidFill>
                  <a:srgbClr val="71717A"/>
                </a:solidFill>
              </a:defRPr>
            </a:lvl6pPr>
            <a:lvl7pPr>
              <a:defRPr sz="750">
                <a:solidFill>
                  <a:srgbClr val="71717A"/>
                </a:solidFill>
              </a:defRPr>
            </a:lvl7pPr>
            <a:lvl8pPr>
              <a:defRPr sz="750">
                <a:solidFill>
                  <a:srgbClr val="71717A"/>
                </a:solidFill>
              </a:defRPr>
            </a:lvl8pPr>
            <a:lvl9pPr>
              <a:defRPr sz="750">
                <a:solidFill>
                  <a:srgbClr val="71717A"/>
                </a:solidFill>
              </a:defRPr>
            </a:lvl9pPr>
          </a:lstStyle>
          <a:p xmlns:a="http://schemas.openxmlformats.org/drawingml/2006/main">
            <a:pPr>
              <a:defRPr sz="750">
                <a:solidFill>
                  <a:srgbClr val="71717A"/>
                </a:solidFill>
              </a:defRPr>
            </a:pPr>
            <a:r>
              <a:rPr sz="750">
                <a:solidFill>
                  <a:srgbClr val="71717A"/>
                </a:solidFill>
              </a:rPr>
              <a:t>SIMONTOK · Panduan pelatihan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9BC2E4-E647-4E4F-85BB-2801A570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71717A"/>
                </a:solidFill>
              </a:defRPr>
            </a:defPPr>
            <a:lvl1pPr>
              <a:defRPr sz="750">
                <a:solidFill>
                  <a:srgbClr val="71717A"/>
                </a:solidFill>
              </a:defRPr>
            </a:lvl1pPr>
            <a:lvl2pPr>
              <a:defRPr sz="750">
                <a:solidFill>
                  <a:srgbClr val="71717A"/>
                </a:solidFill>
              </a:defRPr>
            </a:lvl2pPr>
            <a:lvl3pPr>
              <a:defRPr sz="750">
                <a:solidFill>
                  <a:srgbClr val="71717A"/>
                </a:solidFill>
              </a:defRPr>
            </a:lvl3pPr>
            <a:lvl4pPr>
              <a:defRPr sz="750">
                <a:solidFill>
                  <a:srgbClr val="71717A"/>
                </a:solidFill>
              </a:defRPr>
            </a:lvl4pPr>
            <a:lvl5pPr>
              <a:defRPr sz="750">
                <a:solidFill>
                  <a:srgbClr val="71717A"/>
                </a:solidFill>
              </a:defRPr>
            </a:lvl5pPr>
            <a:lvl6pPr>
              <a:defRPr sz="750">
                <a:solidFill>
                  <a:srgbClr val="71717A"/>
                </a:solidFill>
              </a:defRPr>
            </a:lvl6pPr>
            <a:lvl7pPr>
              <a:defRPr sz="750">
                <a:solidFill>
                  <a:srgbClr val="71717A"/>
                </a:solidFill>
              </a:defRPr>
            </a:lvl7pPr>
            <a:lvl8pPr>
              <a:defRPr sz="750">
                <a:solidFill>
                  <a:srgbClr val="71717A"/>
                </a:solidFill>
              </a:defRPr>
            </a:lvl8pPr>
            <a:lvl9pPr>
              <a:defRPr sz="750">
                <a:solidFill>
                  <a:srgbClr val="71717A"/>
                </a:solidFill>
              </a:defRPr>
            </a:lvl9pPr>
          </a:lstStyle>
          <a:p xmlns:a="http://schemas.openxmlformats.org/drawingml/2006/main">
            <a:pPr>
              <a:defRPr sz="750">
                <a:solidFill>
                  <a:srgbClr val="71717A"/>
                </a:solidFill>
              </a:defRPr>
            </a:pPr>
            <a:r>
              <a:rPr sz="750">
                <a:solidFill>
                  <a:srgbClr val="71717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923732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7D298D-087B-449E-A580-23C5DED7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B511"/>
                </a:solidFill>
              </a:defRPr>
            </a:defPPr>
            <a:lvl1pPr>
              <a:defRPr sz="900" b="1">
                <a:solidFill>
                  <a:srgbClr val="FFB511"/>
                </a:solidFill>
              </a:defRPr>
            </a:lvl1pPr>
            <a:lvl2pPr>
              <a:defRPr sz="900" b="1">
                <a:solidFill>
                  <a:srgbClr val="FFB511"/>
                </a:solidFill>
              </a:defRPr>
            </a:lvl2pPr>
            <a:lvl3pPr>
              <a:defRPr sz="900" b="1">
                <a:solidFill>
                  <a:srgbClr val="FFB511"/>
                </a:solidFill>
              </a:defRPr>
            </a:lvl3pPr>
            <a:lvl4pPr>
              <a:defRPr sz="900" b="1">
                <a:solidFill>
                  <a:srgbClr val="FFB511"/>
                </a:solidFill>
              </a:defRPr>
            </a:lvl4pPr>
            <a:lvl5pPr>
              <a:defRPr sz="900" b="1">
                <a:solidFill>
                  <a:srgbClr val="FFB511"/>
                </a:solidFill>
              </a:defRPr>
            </a:lvl5pPr>
            <a:lvl6pPr>
              <a:defRPr sz="900" b="1">
                <a:solidFill>
                  <a:srgbClr val="FFB511"/>
                </a:solidFill>
              </a:defRPr>
            </a:lvl6pPr>
            <a:lvl7pPr>
              <a:defRPr sz="900" b="1">
                <a:solidFill>
                  <a:srgbClr val="FFB511"/>
                </a:solidFill>
              </a:defRPr>
            </a:lvl7pPr>
            <a:lvl8pPr>
              <a:defRPr sz="900" b="1">
                <a:solidFill>
                  <a:srgbClr val="FFB511"/>
                </a:solidFill>
              </a:defRPr>
            </a:lvl8pPr>
            <a:lvl9pPr>
              <a:defRPr sz="900" b="1">
                <a:solidFill>
                  <a:srgbClr val="FFB511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B511"/>
                </a:solidFill>
              </a:defRPr>
            </a:pPr>
            <a:r>
              <a:rPr sz="900" b="1">
                <a:solidFill>
                  <a:srgbClr val="FFB511"/>
                </a:solidFill>
              </a:rPr>
              <a:t>ROLE: PIMPINAN · AUDITOR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3AC693-D27E-4609-A690-C614C101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4F5"/>
                </a:solidFill>
              </a:defRPr>
            </a:defPPr>
            <a:lvl1pPr>
              <a:defRPr sz="2550" b="1">
                <a:solidFill>
                  <a:srgbClr val="F4F4F5"/>
                </a:solidFill>
              </a:defRPr>
            </a:lvl1pPr>
            <a:lvl2pPr>
              <a:defRPr sz="2550" b="1">
                <a:solidFill>
                  <a:srgbClr val="F4F4F5"/>
                </a:solidFill>
              </a:defRPr>
            </a:lvl2pPr>
            <a:lvl3pPr>
              <a:defRPr sz="2550" b="1">
                <a:solidFill>
                  <a:srgbClr val="F4F4F5"/>
                </a:solidFill>
              </a:defRPr>
            </a:lvl3pPr>
            <a:lvl4pPr>
              <a:defRPr sz="2550" b="1">
                <a:solidFill>
                  <a:srgbClr val="F4F4F5"/>
                </a:solidFill>
              </a:defRPr>
            </a:lvl4pPr>
            <a:lvl5pPr>
              <a:defRPr sz="2550" b="1">
                <a:solidFill>
                  <a:srgbClr val="F4F4F5"/>
                </a:solidFill>
              </a:defRPr>
            </a:lvl5pPr>
            <a:lvl6pPr>
              <a:defRPr sz="2550" b="1">
                <a:solidFill>
                  <a:srgbClr val="F4F4F5"/>
                </a:solidFill>
              </a:defRPr>
            </a:lvl6pPr>
            <a:lvl7pPr>
              <a:defRPr sz="2550" b="1">
                <a:solidFill>
                  <a:srgbClr val="F4F4F5"/>
                </a:solidFill>
              </a:defRPr>
            </a:lvl7pPr>
            <a:lvl8pPr>
              <a:defRPr sz="2550" b="1">
                <a:solidFill>
                  <a:srgbClr val="F4F4F5"/>
                </a:solidFill>
              </a:defRPr>
            </a:lvl8pPr>
            <a:lvl9pPr>
              <a:defRPr sz="2550" b="1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4F4F5"/>
                </a:solidFill>
              </a:defRPr>
            </a:pPr>
            <a:r>
              <a:rPr sz="2550" b="1">
                <a:solidFill>
                  <a:srgbClr val="F4F4F5"/>
                </a:solidFill>
              </a:rPr>
              <a:t>Gunakan Laporan untuk melihat beban dan risiko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CD8D4-2B9A-4B34-8B1B-20D6F26E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A1A1AA"/>
                </a:solidFill>
              </a:defRPr>
            </a:defPPr>
            <a:lvl1pPr>
              <a:defRPr sz="1275">
                <a:solidFill>
                  <a:srgbClr val="A1A1AA"/>
                </a:solidFill>
              </a:defRPr>
            </a:lvl1pPr>
            <a:lvl2pPr>
              <a:defRPr sz="1275">
                <a:solidFill>
                  <a:srgbClr val="A1A1AA"/>
                </a:solidFill>
              </a:defRPr>
            </a:lvl2pPr>
            <a:lvl3pPr>
              <a:defRPr sz="1275">
                <a:solidFill>
                  <a:srgbClr val="A1A1AA"/>
                </a:solidFill>
              </a:defRPr>
            </a:lvl3pPr>
            <a:lvl4pPr>
              <a:defRPr sz="1275">
                <a:solidFill>
                  <a:srgbClr val="A1A1AA"/>
                </a:solidFill>
              </a:defRPr>
            </a:lvl4pPr>
            <a:lvl5pPr>
              <a:defRPr sz="1275">
                <a:solidFill>
                  <a:srgbClr val="A1A1AA"/>
                </a:solidFill>
              </a:defRPr>
            </a:lvl5pPr>
            <a:lvl6pPr>
              <a:defRPr sz="1275">
                <a:solidFill>
                  <a:srgbClr val="A1A1AA"/>
                </a:solidFill>
              </a:defRPr>
            </a:lvl6pPr>
            <a:lvl7pPr>
              <a:defRPr sz="1275">
                <a:solidFill>
                  <a:srgbClr val="A1A1AA"/>
                </a:solidFill>
              </a:defRPr>
            </a:lvl7pPr>
            <a:lvl8pPr>
              <a:defRPr sz="1275">
                <a:solidFill>
                  <a:srgbClr val="A1A1AA"/>
                </a:solidFill>
              </a:defRPr>
            </a:lvl8pPr>
            <a:lvl9pPr>
              <a:defRPr sz="1275">
                <a:solidFill>
                  <a:srgbClr val="A1A1AA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A1A1AA"/>
                </a:solidFill>
              </a:defRPr>
            </a:pPr>
            <a:r>
              <a:rPr sz="1275">
                <a:solidFill>
                  <a:srgbClr val="A1A1AA"/>
                </a:solidFill>
              </a:rPr>
              <a:t>Filter periode, cabang, dan notaris sebelum menilai pekerjaan yang perlu ditindaklanjuti.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12EA3-15CC-49D0-8F3A-BCA89387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A2A2D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5D909-4E90-4C31-ACAA-2526BAB5D8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674b64cad4d6f"/>
          <a:stretch xmlns:a="http://schemas.openxmlformats.org/drawingml/2006/main"/>
        </p:blipFill>
        <p:spPr>
          <a:xfrm xmlns:a="http://schemas.openxmlformats.org/drawingml/2006/main">
            <a:off x="1110462" y="2038350"/>
            <a:ext cx="6523025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B8ACB-13F7-4B0D-B83B-6BBB5D81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3162300" cy="409575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171719"/>
          </a:solidFill>
          <a:ln xmlns:a="http://schemas.openxmlformats.org/drawingml/2006/main" w="9525">
            <a:solidFill>
              <a:srgbClr val="2A2A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26FFD-0651-4D0C-9C68-2297C3E8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43150"/>
            <a:ext cx="12954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21819"/>
          </a:solidFill>
          <a:ln xmlns:a="http://schemas.openxmlformats.org/drawingml/2006/main" w="9525">
            <a:solidFill>
              <a:srgbClr val="FF68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E82558-6E04-49E8-9AD7-DAF80BB4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0030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FF6868"/>
                </a:solidFill>
              </a:defRPr>
            </a:defPPr>
            <a:lvl1pPr>
              <a:defRPr sz="825" b="1">
                <a:solidFill>
                  <a:srgbClr val="FF6868"/>
                </a:solidFill>
              </a:defRPr>
            </a:lvl1pPr>
            <a:lvl2pPr>
              <a:defRPr sz="825" b="1">
                <a:solidFill>
                  <a:srgbClr val="FF6868"/>
                </a:solidFill>
              </a:defRPr>
            </a:lvl2pPr>
            <a:lvl3pPr>
              <a:defRPr sz="825" b="1">
                <a:solidFill>
                  <a:srgbClr val="FF6868"/>
                </a:solidFill>
              </a:defRPr>
            </a:lvl3pPr>
            <a:lvl4pPr>
              <a:defRPr sz="825" b="1">
                <a:solidFill>
                  <a:srgbClr val="FF6868"/>
                </a:solidFill>
              </a:defRPr>
            </a:lvl4pPr>
            <a:lvl5pPr>
              <a:defRPr sz="825" b="1">
                <a:solidFill>
                  <a:srgbClr val="FF6868"/>
                </a:solidFill>
              </a:defRPr>
            </a:lvl5pPr>
            <a:lvl6pPr>
              <a:defRPr sz="825" b="1">
                <a:solidFill>
                  <a:srgbClr val="FF6868"/>
                </a:solidFill>
              </a:defRPr>
            </a:lvl6pPr>
            <a:lvl7pPr>
              <a:defRPr sz="825" b="1">
                <a:solidFill>
                  <a:srgbClr val="FF6868"/>
                </a:solidFill>
              </a:defRPr>
            </a:lvl7pPr>
            <a:lvl8pPr>
              <a:defRPr sz="825" b="1">
                <a:solidFill>
                  <a:srgbClr val="FF6868"/>
                </a:solidFill>
              </a:defRPr>
            </a:lvl8pPr>
            <a:lvl9pPr>
              <a:defRPr sz="825" b="1">
                <a:solidFill>
                  <a:srgbClr val="FF6868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FF6868"/>
                </a:solidFill>
              </a:defRPr>
            </a:pPr>
            <a:r>
              <a:rPr sz="825" b="1">
                <a:solidFill>
                  <a:srgbClr val="FF6868"/>
                </a:solidFill>
              </a:rPr>
              <a:t>YANG DIPANTAU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F486E-4955-4C7B-8578-E1ED6E45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71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11"/>
          </a:solidFill>
          <a:ln xmlns:a="http://schemas.openxmlformats.org/drawingml/2006/main" w="0">
            <a:solidFill>
              <a:srgbClr val="FFB5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52618A-5FE5-4C58-9455-4EAB63E1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956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4F4F5"/>
                </a:solidFill>
              </a:defRPr>
            </a:defPPr>
            <a:lvl1pPr>
              <a:defRPr sz="1275">
                <a:solidFill>
                  <a:srgbClr val="F4F4F5"/>
                </a:solidFill>
              </a:defRPr>
            </a:lvl1pPr>
            <a:lvl2pPr>
              <a:defRPr sz="1275">
                <a:solidFill>
                  <a:srgbClr val="F4F4F5"/>
                </a:solidFill>
              </a:defRPr>
            </a:lvl2pPr>
            <a:lvl3pPr>
              <a:defRPr sz="1275">
                <a:solidFill>
                  <a:srgbClr val="F4F4F5"/>
                </a:solidFill>
              </a:defRPr>
            </a:lvl3pPr>
            <a:lvl4pPr>
              <a:defRPr sz="1275">
                <a:solidFill>
                  <a:srgbClr val="F4F4F5"/>
                </a:solidFill>
              </a:defRPr>
            </a:lvl4pPr>
            <a:lvl5pPr>
              <a:defRPr sz="1275">
                <a:solidFill>
                  <a:srgbClr val="F4F4F5"/>
                </a:solidFill>
              </a:defRPr>
            </a:lvl5pPr>
            <a:lvl6pPr>
              <a:defRPr sz="1275">
                <a:solidFill>
                  <a:srgbClr val="F4F4F5"/>
                </a:solidFill>
              </a:defRPr>
            </a:lvl6pPr>
            <a:lvl7pPr>
              <a:defRPr sz="1275">
                <a:solidFill>
                  <a:srgbClr val="F4F4F5"/>
                </a:solidFill>
              </a:defRPr>
            </a:lvl7pPr>
            <a:lvl8pPr>
              <a:defRPr sz="1275">
                <a:solidFill>
                  <a:srgbClr val="F4F4F5"/>
                </a:solidFill>
              </a:defRPr>
            </a:lvl8pPr>
            <a:lvl9pPr>
              <a:defRPr sz="1275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F4F4F5"/>
                </a:solidFill>
              </a:defRPr>
            </a:pPr>
            <a:r>
              <a:rPr sz="1275">
                <a:solidFill>
                  <a:srgbClr val="F4F4F5"/>
                </a:solidFill>
              </a:rPr>
              <a:t>Total pekerjaan dan pekerjaan aktif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BCAEFA-5A54-47D2-940A-AD6B9AC2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11"/>
          </a:solidFill>
          <a:ln xmlns:a="http://schemas.openxmlformats.org/drawingml/2006/main" w="0">
            <a:solidFill>
              <a:srgbClr val="FFB5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CBF02-C31B-4612-A195-B110FA4C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52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4F4F5"/>
                </a:solidFill>
              </a:defRPr>
            </a:defPPr>
            <a:lvl1pPr>
              <a:defRPr sz="1275">
                <a:solidFill>
                  <a:srgbClr val="F4F4F5"/>
                </a:solidFill>
              </a:defRPr>
            </a:lvl1pPr>
            <a:lvl2pPr>
              <a:defRPr sz="1275">
                <a:solidFill>
                  <a:srgbClr val="F4F4F5"/>
                </a:solidFill>
              </a:defRPr>
            </a:lvl2pPr>
            <a:lvl3pPr>
              <a:defRPr sz="1275">
                <a:solidFill>
                  <a:srgbClr val="F4F4F5"/>
                </a:solidFill>
              </a:defRPr>
            </a:lvl3pPr>
            <a:lvl4pPr>
              <a:defRPr sz="1275">
                <a:solidFill>
                  <a:srgbClr val="F4F4F5"/>
                </a:solidFill>
              </a:defRPr>
            </a:lvl4pPr>
            <a:lvl5pPr>
              <a:defRPr sz="1275">
                <a:solidFill>
                  <a:srgbClr val="F4F4F5"/>
                </a:solidFill>
              </a:defRPr>
            </a:lvl5pPr>
            <a:lvl6pPr>
              <a:defRPr sz="1275">
                <a:solidFill>
                  <a:srgbClr val="F4F4F5"/>
                </a:solidFill>
              </a:defRPr>
            </a:lvl6pPr>
            <a:lvl7pPr>
              <a:defRPr sz="1275">
                <a:solidFill>
                  <a:srgbClr val="F4F4F5"/>
                </a:solidFill>
              </a:defRPr>
            </a:lvl7pPr>
            <a:lvl8pPr>
              <a:defRPr sz="1275">
                <a:solidFill>
                  <a:srgbClr val="F4F4F5"/>
                </a:solidFill>
              </a:defRPr>
            </a:lvl8pPr>
            <a:lvl9pPr>
              <a:defRPr sz="1275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F4F4F5"/>
                </a:solidFill>
              </a:defRPr>
            </a:pPr>
            <a:r>
              <a:rPr sz="1275">
                <a:solidFill>
                  <a:srgbClr val="F4F4F5"/>
                </a:solidFill>
              </a:rPr>
              <a:t>Covernote dan dokumen final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FFE009-76C0-46E0-AE74-66739EC3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86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11"/>
          </a:solidFill>
          <a:ln xmlns:a="http://schemas.openxmlformats.org/drawingml/2006/main" w="0">
            <a:solidFill>
              <a:srgbClr val="FFB51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DAB110-883A-4BF8-A8A6-E44F1C5F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100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4F4F5"/>
                </a:solidFill>
              </a:defRPr>
            </a:defPPr>
            <a:lvl1pPr>
              <a:defRPr sz="1275">
                <a:solidFill>
                  <a:srgbClr val="F4F4F5"/>
                </a:solidFill>
              </a:defRPr>
            </a:lvl1pPr>
            <a:lvl2pPr>
              <a:defRPr sz="1275">
                <a:solidFill>
                  <a:srgbClr val="F4F4F5"/>
                </a:solidFill>
              </a:defRPr>
            </a:lvl2pPr>
            <a:lvl3pPr>
              <a:defRPr sz="1275">
                <a:solidFill>
                  <a:srgbClr val="F4F4F5"/>
                </a:solidFill>
              </a:defRPr>
            </a:lvl3pPr>
            <a:lvl4pPr>
              <a:defRPr sz="1275">
                <a:solidFill>
                  <a:srgbClr val="F4F4F5"/>
                </a:solidFill>
              </a:defRPr>
            </a:lvl4pPr>
            <a:lvl5pPr>
              <a:defRPr sz="1275">
                <a:solidFill>
                  <a:srgbClr val="F4F4F5"/>
                </a:solidFill>
              </a:defRPr>
            </a:lvl5pPr>
            <a:lvl6pPr>
              <a:defRPr sz="1275">
                <a:solidFill>
                  <a:srgbClr val="F4F4F5"/>
                </a:solidFill>
              </a:defRPr>
            </a:lvl6pPr>
            <a:lvl7pPr>
              <a:defRPr sz="1275">
                <a:solidFill>
                  <a:srgbClr val="F4F4F5"/>
                </a:solidFill>
              </a:defRPr>
            </a:lvl7pPr>
            <a:lvl8pPr>
              <a:defRPr sz="1275">
                <a:solidFill>
                  <a:srgbClr val="F4F4F5"/>
                </a:solidFill>
              </a:defRPr>
            </a:lvl8pPr>
            <a:lvl9pPr>
              <a:defRPr sz="1275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F4F4F5"/>
                </a:solidFill>
              </a:defRPr>
            </a:pPr>
            <a:r>
              <a:rPr sz="1275">
                <a:solidFill>
                  <a:srgbClr val="F4F4F5"/>
                </a:solidFill>
              </a:rPr>
              <a:t>Per cabang dan per notaris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092A50-51D9-4687-A040-45FF2B8F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43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11"/>
          </a:solidFill>
          <a:ln xmlns:a="http://schemas.openxmlformats.org/drawingml/2006/main" w="0">
            <a:solidFill>
              <a:srgbClr val="FFB5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38B906-686B-405C-B366-3E0C6A86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672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4F4F5"/>
                </a:solidFill>
              </a:defRPr>
            </a:defPPr>
            <a:lvl1pPr>
              <a:defRPr sz="1275">
                <a:solidFill>
                  <a:srgbClr val="F4F4F5"/>
                </a:solidFill>
              </a:defRPr>
            </a:lvl1pPr>
            <a:lvl2pPr>
              <a:defRPr sz="1275">
                <a:solidFill>
                  <a:srgbClr val="F4F4F5"/>
                </a:solidFill>
              </a:defRPr>
            </a:lvl2pPr>
            <a:lvl3pPr>
              <a:defRPr sz="1275">
                <a:solidFill>
                  <a:srgbClr val="F4F4F5"/>
                </a:solidFill>
              </a:defRPr>
            </a:lvl3pPr>
            <a:lvl4pPr>
              <a:defRPr sz="1275">
                <a:solidFill>
                  <a:srgbClr val="F4F4F5"/>
                </a:solidFill>
              </a:defRPr>
            </a:lvl4pPr>
            <a:lvl5pPr>
              <a:defRPr sz="1275">
                <a:solidFill>
                  <a:srgbClr val="F4F4F5"/>
                </a:solidFill>
              </a:defRPr>
            </a:lvl5pPr>
            <a:lvl6pPr>
              <a:defRPr sz="1275">
                <a:solidFill>
                  <a:srgbClr val="F4F4F5"/>
                </a:solidFill>
              </a:defRPr>
            </a:lvl6pPr>
            <a:lvl7pPr>
              <a:defRPr sz="1275">
                <a:solidFill>
                  <a:srgbClr val="F4F4F5"/>
                </a:solidFill>
              </a:defRPr>
            </a:lvl7pPr>
            <a:lvl8pPr>
              <a:defRPr sz="1275">
                <a:solidFill>
                  <a:srgbClr val="F4F4F5"/>
                </a:solidFill>
              </a:defRPr>
            </a:lvl8pPr>
            <a:lvl9pPr>
              <a:defRPr sz="1275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F4F4F5"/>
                </a:solidFill>
              </a:defRPr>
            </a:pPr>
            <a:r>
              <a:rPr sz="1275">
                <a:solidFill>
                  <a:srgbClr val="F4F4F5"/>
                </a:solidFill>
              </a:rPr>
              <a:t>Daftar pekerjaan yang masih berjalan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448092-43C0-4B41-8BF8-7E60DC54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71717A"/>
                </a:solidFill>
              </a:defRPr>
            </a:defPPr>
            <a:lvl1pPr>
              <a:defRPr sz="750">
                <a:solidFill>
                  <a:srgbClr val="71717A"/>
                </a:solidFill>
              </a:defRPr>
            </a:lvl1pPr>
            <a:lvl2pPr>
              <a:defRPr sz="750">
                <a:solidFill>
                  <a:srgbClr val="71717A"/>
                </a:solidFill>
              </a:defRPr>
            </a:lvl2pPr>
            <a:lvl3pPr>
              <a:defRPr sz="750">
                <a:solidFill>
                  <a:srgbClr val="71717A"/>
                </a:solidFill>
              </a:defRPr>
            </a:lvl3pPr>
            <a:lvl4pPr>
              <a:defRPr sz="750">
                <a:solidFill>
                  <a:srgbClr val="71717A"/>
                </a:solidFill>
              </a:defRPr>
            </a:lvl4pPr>
            <a:lvl5pPr>
              <a:defRPr sz="750">
                <a:solidFill>
                  <a:srgbClr val="71717A"/>
                </a:solidFill>
              </a:defRPr>
            </a:lvl5pPr>
            <a:lvl6pPr>
              <a:defRPr sz="750">
                <a:solidFill>
                  <a:srgbClr val="71717A"/>
                </a:solidFill>
              </a:defRPr>
            </a:lvl6pPr>
            <a:lvl7pPr>
              <a:defRPr sz="750">
                <a:solidFill>
                  <a:srgbClr val="71717A"/>
                </a:solidFill>
              </a:defRPr>
            </a:lvl7pPr>
            <a:lvl8pPr>
              <a:defRPr sz="750">
                <a:solidFill>
                  <a:srgbClr val="71717A"/>
                </a:solidFill>
              </a:defRPr>
            </a:lvl8pPr>
            <a:lvl9pPr>
              <a:defRPr sz="750">
                <a:solidFill>
                  <a:srgbClr val="71717A"/>
                </a:solidFill>
              </a:defRPr>
            </a:lvl9pPr>
          </a:lstStyle>
          <a:p xmlns:a="http://schemas.openxmlformats.org/drawingml/2006/main">
            <a:pPr>
              <a:defRPr sz="750">
                <a:solidFill>
                  <a:srgbClr val="71717A"/>
                </a:solidFill>
              </a:defRPr>
            </a:pPr>
            <a:r>
              <a:rPr sz="750">
                <a:solidFill>
                  <a:srgbClr val="71717A"/>
                </a:solidFill>
              </a:rPr>
              <a:t>SIMONTOK · Panduan pelatihan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D1C36C-3065-426B-861D-4549F450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71717A"/>
                </a:solidFill>
              </a:defRPr>
            </a:defPPr>
            <a:lvl1pPr>
              <a:defRPr sz="750">
                <a:solidFill>
                  <a:srgbClr val="71717A"/>
                </a:solidFill>
              </a:defRPr>
            </a:lvl1pPr>
            <a:lvl2pPr>
              <a:defRPr sz="750">
                <a:solidFill>
                  <a:srgbClr val="71717A"/>
                </a:solidFill>
              </a:defRPr>
            </a:lvl2pPr>
            <a:lvl3pPr>
              <a:defRPr sz="750">
                <a:solidFill>
                  <a:srgbClr val="71717A"/>
                </a:solidFill>
              </a:defRPr>
            </a:lvl3pPr>
            <a:lvl4pPr>
              <a:defRPr sz="750">
                <a:solidFill>
                  <a:srgbClr val="71717A"/>
                </a:solidFill>
              </a:defRPr>
            </a:lvl4pPr>
            <a:lvl5pPr>
              <a:defRPr sz="750">
                <a:solidFill>
                  <a:srgbClr val="71717A"/>
                </a:solidFill>
              </a:defRPr>
            </a:lvl5pPr>
            <a:lvl6pPr>
              <a:defRPr sz="750">
                <a:solidFill>
                  <a:srgbClr val="71717A"/>
                </a:solidFill>
              </a:defRPr>
            </a:lvl6pPr>
            <a:lvl7pPr>
              <a:defRPr sz="750">
                <a:solidFill>
                  <a:srgbClr val="71717A"/>
                </a:solidFill>
              </a:defRPr>
            </a:lvl7pPr>
            <a:lvl8pPr>
              <a:defRPr sz="750">
                <a:solidFill>
                  <a:srgbClr val="71717A"/>
                </a:solidFill>
              </a:defRPr>
            </a:lvl8pPr>
            <a:lvl9pPr>
              <a:defRPr sz="750">
                <a:solidFill>
                  <a:srgbClr val="71717A"/>
                </a:solidFill>
              </a:defRPr>
            </a:lvl9pPr>
          </a:lstStyle>
          <a:p xmlns:a="http://schemas.openxmlformats.org/drawingml/2006/main">
            <a:pPr>
              <a:defRPr sz="750">
                <a:solidFill>
                  <a:srgbClr val="71717A"/>
                </a:solidFill>
              </a:defRPr>
            </a:pPr>
            <a:r>
              <a:rPr sz="750">
                <a:solidFill>
                  <a:srgbClr val="71717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238169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2F1194-2CD2-4470-A832-BC3837D0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B511"/>
                </a:solidFill>
              </a:defRPr>
            </a:defPPr>
            <a:lvl1pPr>
              <a:defRPr sz="900" b="1">
                <a:solidFill>
                  <a:srgbClr val="FFB511"/>
                </a:solidFill>
              </a:defRPr>
            </a:lvl1pPr>
            <a:lvl2pPr>
              <a:defRPr sz="900" b="1">
                <a:solidFill>
                  <a:srgbClr val="FFB511"/>
                </a:solidFill>
              </a:defRPr>
            </a:lvl2pPr>
            <a:lvl3pPr>
              <a:defRPr sz="900" b="1">
                <a:solidFill>
                  <a:srgbClr val="FFB511"/>
                </a:solidFill>
              </a:defRPr>
            </a:lvl3pPr>
            <a:lvl4pPr>
              <a:defRPr sz="900" b="1">
                <a:solidFill>
                  <a:srgbClr val="FFB511"/>
                </a:solidFill>
              </a:defRPr>
            </a:lvl4pPr>
            <a:lvl5pPr>
              <a:defRPr sz="900" b="1">
                <a:solidFill>
                  <a:srgbClr val="FFB511"/>
                </a:solidFill>
              </a:defRPr>
            </a:lvl5pPr>
            <a:lvl6pPr>
              <a:defRPr sz="900" b="1">
                <a:solidFill>
                  <a:srgbClr val="FFB511"/>
                </a:solidFill>
              </a:defRPr>
            </a:lvl6pPr>
            <a:lvl7pPr>
              <a:defRPr sz="900" b="1">
                <a:solidFill>
                  <a:srgbClr val="FFB511"/>
                </a:solidFill>
              </a:defRPr>
            </a:lvl7pPr>
            <a:lvl8pPr>
              <a:defRPr sz="900" b="1">
                <a:solidFill>
                  <a:srgbClr val="FFB511"/>
                </a:solidFill>
              </a:defRPr>
            </a:lvl8pPr>
            <a:lvl9pPr>
              <a:defRPr sz="900" b="1">
                <a:solidFill>
                  <a:srgbClr val="FFB511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B511"/>
                </a:solidFill>
              </a:defRPr>
            </a:pPr>
            <a:r>
              <a:rPr sz="900" b="1">
                <a:solidFill>
                  <a:srgbClr val="FFB511"/>
                </a:solidFill>
              </a:rPr>
              <a:t>ROLE: IT ADMINISTRATOR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F0B50-C012-43EB-9807-4F8DE6F8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4F5"/>
                </a:solidFill>
              </a:defRPr>
            </a:defPPr>
            <a:lvl1pPr>
              <a:defRPr sz="2550" b="1">
                <a:solidFill>
                  <a:srgbClr val="F4F4F5"/>
                </a:solidFill>
              </a:defRPr>
            </a:lvl1pPr>
            <a:lvl2pPr>
              <a:defRPr sz="2550" b="1">
                <a:solidFill>
                  <a:srgbClr val="F4F4F5"/>
                </a:solidFill>
              </a:defRPr>
            </a:lvl2pPr>
            <a:lvl3pPr>
              <a:defRPr sz="2550" b="1">
                <a:solidFill>
                  <a:srgbClr val="F4F4F5"/>
                </a:solidFill>
              </a:defRPr>
            </a:lvl3pPr>
            <a:lvl4pPr>
              <a:defRPr sz="2550" b="1">
                <a:solidFill>
                  <a:srgbClr val="F4F4F5"/>
                </a:solidFill>
              </a:defRPr>
            </a:lvl4pPr>
            <a:lvl5pPr>
              <a:defRPr sz="2550" b="1">
                <a:solidFill>
                  <a:srgbClr val="F4F4F5"/>
                </a:solidFill>
              </a:defRPr>
            </a:lvl5pPr>
            <a:lvl6pPr>
              <a:defRPr sz="2550" b="1">
                <a:solidFill>
                  <a:srgbClr val="F4F4F5"/>
                </a:solidFill>
              </a:defRPr>
            </a:lvl6pPr>
            <a:lvl7pPr>
              <a:defRPr sz="2550" b="1">
                <a:solidFill>
                  <a:srgbClr val="F4F4F5"/>
                </a:solidFill>
              </a:defRPr>
            </a:lvl7pPr>
            <a:lvl8pPr>
              <a:defRPr sz="2550" b="1">
                <a:solidFill>
                  <a:srgbClr val="F4F4F5"/>
                </a:solidFill>
              </a:defRPr>
            </a:lvl8pPr>
            <a:lvl9pPr>
              <a:defRPr sz="2550" b="1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4F4F5"/>
                </a:solidFill>
              </a:defRPr>
            </a:pPr>
            <a:r>
              <a:rPr sz="2550" b="1">
                <a:solidFill>
                  <a:srgbClr val="F4F4F5"/>
                </a:solidFill>
              </a:rPr>
              <a:t>Atur siapa yang boleh masuk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BEFD2-3148-4EDE-9886-A263FE3C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A1A1AA"/>
                </a:solidFill>
              </a:defRPr>
            </a:defPPr>
            <a:lvl1pPr>
              <a:defRPr sz="1275">
                <a:solidFill>
                  <a:srgbClr val="A1A1AA"/>
                </a:solidFill>
              </a:defRPr>
            </a:lvl1pPr>
            <a:lvl2pPr>
              <a:defRPr sz="1275">
                <a:solidFill>
                  <a:srgbClr val="A1A1AA"/>
                </a:solidFill>
              </a:defRPr>
            </a:lvl2pPr>
            <a:lvl3pPr>
              <a:defRPr sz="1275">
                <a:solidFill>
                  <a:srgbClr val="A1A1AA"/>
                </a:solidFill>
              </a:defRPr>
            </a:lvl3pPr>
            <a:lvl4pPr>
              <a:defRPr sz="1275">
                <a:solidFill>
                  <a:srgbClr val="A1A1AA"/>
                </a:solidFill>
              </a:defRPr>
            </a:lvl4pPr>
            <a:lvl5pPr>
              <a:defRPr sz="1275">
                <a:solidFill>
                  <a:srgbClr val="A1A1AA"/>
                </a:solidFill>
              </a:defRPr>
            </a:lvl5pPr>
            <a:lvl6pPr>
              <a:defRPr sz="1275">
                <a:solidFill>
                  <a:srgbClr val="A1A1AA"/>
                </a:solidFill>
              </a:defRPr>
            </a:lvl6pPr>
            <a:lvl7pPr>
              <a:defRPr sz="1275">
                <a:solidFill>
                  <a:srgbClr val="A1A1AA"/>
                </a:solidFill>
              </a:defRPr>
            </a:lvl7pPr>
            <a:lvl8pPr>
              <a:defRPr sz="1275">
                <a:solidFill>
                  <a:srgbClr val="A1A1AA"/>
                </a:solidFill>
              </a:defRPr>
            </a:lvl8pPr>
            <a:lvl9pPr>
              <a:defRPr sz="1275">
                <a:solidFill>
                  <a:srgbClr val="A1A1AA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A1A1AA"/>
                </a:solidFill>
              </a:defRPr>
            </a:pPr>
            <a:r>
              <a:rPr sz="1275">
                <a:solidFill>
                  <a:srgbClr val="A1A1AA"/>
                </a:solidFill>
              </a:rPr>
              <a:t>Pengguna internal memakai SSO; akun lokal tetap tersedia untuk akses darurat.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0D649-56EE-4F7F-883D-67412C38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A2A2D"/>
            </a:solidFill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AB403-F128-42C2-9137-4974351405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f250e8ce4f429b"/>
          <a:stretch xmlns:a="http://schemas.openxmlformats.org/drawingml/2006/main"/>
        </p:blipFill>
        <p:spPr>
          <a:xfrm xmlns:a="http://schemas.openxmlformats.org/drawingml/2006/main">
            <a:off x="1110462" y="2038350"/>
            <a:ext cx="6523025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678CA-7673-4598-820E-6F90842D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3162300" cy="409575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171719"/>
          </a:solidFill>
          <a:ln xmlns:a="http://schemas.openxmlformats.org/drawingml/2006/main" w="9525">
            <a:solidFill>
              <a:srgbClr val="2A2A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2AC644-A775-477C-A9CF-6C529482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43150"/>
            <a:ext cx="1447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32710"/>
          </a:solidFill>
          <a:ln xmlns:a="http://schemas.openxmlformats.org/drawingml/2006/main" w="9525">
            <a:solidFill>
              <a:srgbClr val="FFB5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D2A1E-958C-44B4-A928-73B2DFAA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0030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FFB511"/>
                </a:solidFill>
              </a:defRPr>
            </a:defPPr>
            <a:lvl1pPr>
              <a:defRPr sz="825" b="1">
                <a:solidFill>
                  <a:srgbClr val="FFB511"/>
                </a:solidFill>
              </a:defRPr>
            </a:lvl1pPr>
            <a:lvl2pPr>
              <a:defRPr sz="825" b="1">
                <a:solidFill>
                  <a:srgbClr val="FFB511"/>
                </a:solidFill>
              </a:defRPr>
            </a:lvl2pPr>
            <a:lvl3pPr>
              <a:defRPr sz="825" b="1">
                <a:solidFill>
                  <a:srgbClr val="FFB511"/>
                </a:solidFill>
              </a:defRPr>
            </a:lvl3pPr>
            <a:lvl4pPr>
              <a:defRPr sz="825" b="1">
                <a:solidFill>
                  <a:srgbClr val="FFB511"/>
                </a:solidFill>
              </a:defRPr>
            </a:lvl4pPr>
            <a:lvl5pPr>
              <a:defRPr sz="825" b="1">
                <a:solidFill>
                  <a:srgbClr val="FFB511"/>
                </a:solidFill>
              </a:defRPr>
            </a:lvl5pPr>
            <a:lvl6pPr>
              <a:defRPr sz="825" b="1">
                <a:solidFill>
                  <a:srgbClr val="FFB511"/>
                </a:solidFill>
              </a:defRPr>
            </a:lvl6pPr>
            <a:lvl7pPr>
              <a:defRPr sz="825" b="1">
                <a:solidFill>
                  <a:srgbClr val="FFB511"/>
                </a:solidFill>
              </a:defRPr>
            </a:lvl7pPr>
            <a:lvl8pPr>
              <a:defRPr sz="825" b="1">
                <a:solidFill>
                  <a:srgbClr val="FFB511"/>
                </a:solidFill>
              </a:defRPr>
            </a:lvl8pPr>
            <a:lvl9pPr>
              <a:defRPr sz="825" b="1">
                <a:solidFill>
                  <a:srgbClr val="FFB511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FFB511"/>
                </a:solidFill>
              </a:defRPr>
            </a:pPr>
            <a:r>
              <a:rPr sz="825" b="1">
                <a:solidFill>
                  <a:srgbClr val="FFB511"/>
                </a:solidFill>
              </a:rPr>
              <a:t>MANAJEMEN AKSES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95110-ABD3-4885-821A-7D83A1EB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71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11"/>
          </a:solidFill>
          <a:ln xmlns:a="http://schemas.openxmlformats.org/drawingml/2006/main" w="0">
            <a:solidFill>
              <a:srgbClr val="FFB5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92C2C4-6D68-4115-8C26-31ED2055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956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4F4F5"/>
                </a:solidFill>
              </a:defRPr>
            </a:defPPr>
            <a:lvl1pPr>
              <a:defRPr sz="1275">
                <a:solidFill>
                  <a:srgbClr val="F4F4F5"/>
                </a:solidFill>
              </a:defRPr>
            </a:lvl1pPr>
            <a:lvl2pPr>
              <a:defRPr sz="1275">
                <a:solidFill>
                  <a:srgbClr val="F4F4F5"/>
                </a:solidFill>
              </a:defRPr>
            </a:lvl2pPr>
            <a:lvl3pPr>
              <a:defRPr sz="1275">
                <a:solidFill>
                  <a:srgbClr val="F4F4F5"/>
                </a:solidFill>
              </a:defRPr>
            </a:lvl3pPr>
            <a:lvl4pPr>
              <a:defRPr sz="1275">
                <a:solidFill>
                  <a:srgbClr val="F4F4F5"/>
                </a:solidFill>
              </a:defRPr>
            </a:lvl4pPr>
            <a:lvl5pPr>
              <a:defRPr sz="1275">
                <a:solidFill>
                  <a:srgbClr val="F4F4F5"/>
                </a:solidFill>
              </a:defRPr>
            </a:lvl5pPr>
            <a:lvl6pPr>
              <a:defRPr sz="1275">
                <a:solidFill>
                  <a:srgbClr val="F4F4F5"/>
                </a:solidFill>
              </a:defRPr>
            </a:lvl6pPr>
            <a:lvl7pPr>
              <a:defRPr sz="1275">
                <a:solidFill>
                  <a:srgbClr val="F4F4F5"/>
                </a:solidFill>
              </a:defRPr>
            </a:lvl7pPr>
            <a:lvl8pPr>
              <a:defRPr sz="1275">
                <a:solidFill>
                  <a:srgbClr val="F4F4F5"/>
                </a:solidFill>
              </a:defRPr>
            </a:lvl8pPr>
            <a:lvl9pPr>
              <a:defRPr sz="1275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F4F4F5"/>
                </a:solidFill>
              </a:defRPr>
            </a:pPr>
            <a:r>
              <a:rPr sz="1275">
                <a:solidFill>
                  <a:srgbClr val="F4F4F5"/>
                </a:solidFill>
              </a:rPr>
              <a:t>Tambah pengguna dari halaman Pengguna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A37676-2A97-4EE9-8718-548D4097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29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11"/>
          </a:solidFill>
          <a:ln xmlns:a="http://schemas.openxmlformats.org/drawingml/2006/main" w="0">
            <a:solidFill>
              <a:srgbClr val="FFB5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506327-F202-4E2C-AF7E-B5093509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52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4F4F5"/>
                </a:solidFill>
              </a:defRPr>
            </a:defPPr>
            <a:lvl1pPr>
              <a:defRPr sz="1275">
                <a:solidFill>
                  <a:srgbClr val="F4F4F5"/>
                </a:solidFill>
              </a:defRPr>
            </a:lvl1pPr>
            <a:lvl2pPr>
              <a:defRPr sz="1275">
                <a:solidFill>
                  <a:srgbClr val="F4F4F5"/>
                </a:solidFill>
              </a:defRPr>
            </a:lvl2pPr>
            <a:lvl3pPr>
              <a:defRPr sz="1275">
                <a:solidFill>
                  <a:srgbClr val="F4F4F5"/>
                </a:solidFill>
              </a:defRPr>
            </a:lvl3pPr>
            <a:lvl4pPr>
              <a:defRPr sz="1275">
                <a:solidFill>
                  <a:srgbClr val="F4F4F5"/>
                </a:solidFill>
              </a:defRPr>
            </a:lvl4pPr>
            <a:lvl5pPr>
              <a:defRPr sz="1275">
                <a:solidFill>
                  <a:srgbClr val="F4F4F5"/>
                </a:solidFill>
              </a:defRPr>
            </a:lvl5pPr>
            <a:lvl6pPr>
              <a:defRPr sz="1275">
                <a:solidFill>
                  <a:srgbClr val="F4F4F5"/>
                </a:solidFill>
              </a:defRPr>
            </a:lvl6pPr>
            <a:lvl7pPr>
              <a:defRPr sz="1275">
                <a:solidFill>
                  <a:srgbClr val="F4F4F5"/>
                </a:solidFill>
              </a:defRPr>
            </a:lvl7pPr>
            <a:lvl8pPr>
              <a:defRPr sz="1275">
                <a:solidFill>
                  <a:srgbClr val="F4F4F5"/>
                </a:solidFill>
              </a:defRPr>
            </a:lvl8pPr>
            <a:lvl9pPr>
              <a:defRPr sz="1275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F4F4F5"/>
                </a:solidFill>
              </a:defRPr>
            </a:pPr>
            <a:r>
              <a:rPr sz="1275">
                <a:solidFill>
                  <a:srgbClr val="F4F4F5"/>
                </a:solidFill>
              </a:rPr>
              <a:t>Pilih akun SSO atau akun lokal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06770C-5F2F-436C-B61E-43ACAB42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86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11"/>
          </a:solidFill>
          <a:ln xmlns:a="http://schemas.openxmlformats.org/drawingml/2006/main" w="0">
            <a:solidFill>
              <a:srgbClr val="FFB51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5D4B28-4013-4F2E-BDD9-C22CC4DD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100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4F4F5"/>
                </a:solidFill>
              </a:defRPr>
            </a:defPPr>
            <a:lvl1pPr>
              <a:defRPr sz="1275">
                <a:solidFill>
                  <a:srgbClr val="F4F4F5"/>
                </a:solidFill>
              </a:defRPr>
            </a:lvl1pPr>
            <a:lvl2pPr>
              <a:defRPr sz="1275">
                <a:solidFill>
                  <a:srgbClr val="F4F4F5"/>
                </a:solidFill>
              </a:defRPr>
            </a:lvl2pPr>
            <a:lvl3pPr>
              <a:defRPr sz="1275">
                <a:solidFill>
                  <a:srgbClr val="F4F4F5"/>
                </a:solidFill>
              </a:defRPr>
            </a:lvl3pPr>
            <a:lvl4pPr>
              <a:defRPr sz="1275">
                <a:solidFill>
                  <a:srgbClr val="F4F4F5"/>
                </a:solidFill>
              </a:defRPr>
            </a:lvl4pPr>
            <a:lvl5pPr>
              <a:defRPr sz="1275">
                <a:solidFill>
                  <a:srgbClr val="F4F4F5"/>
                </a:solidFill>
              </a:defRPr>
            </a:lvl5pPr>
            <a:lvl6pPr>
              <a:defRPr sz="1275">
                <a:solidFill>
                  <a:srgbClr val="F4F4F5"/>
                </a:solidFill>
              </a:defRPr>
            </a:lvl6pPr>
            <a:lvl7pPr>
              <a:defRPr sz="1275">
                <a:solidFill>
                  <a:srgbClr val="F4F4F5"/>
                </a:solidFill>
              </a:defRPr>
            </a:lvl7pPr>
            <a:lvl8pPr>
              <a:defRPr sz="1275">
                <a:solidFill>
                  <a:srgbClr val="F4F4F5"/>
                </a:solidFill>
              </a:defRPr>
            </a:lvl8pPr>
            <a:lvl9pPr>
              <a:defRPr sz="1275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F4F4F5"/>
                </a:solidFill>
              </a:defRPr>
            </a:pPr>
            <a:r>
              <a:rPr sz="1275">
                <a:solidFill>
                  <a:srgbClr val="F4F4F5"/>
                </a:solidFill>
              </a:rPr>
              <a:t>Tetapkan role dan unit kerja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26448C-0AD2-41D0-95BE-AA8C2290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43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11"/>
          </a:solidFill>
          <a:ln xmlns:a="http://schemas.openxmlformats.org/drawingml/2006/main" w="0">
            <a:solidFill>
              <a:srgbClr val="FFB5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0C4085-85F1-41C7-A2E0-09B88497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672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4F4F5"/>
                </a:solidFill>
              </a:defRPr>
            </a:defPPr>
            <a:lvl1pPr>
              <a:defRPr sz="1275">
                <a:solidFill>
                  <a:srgbClr val="F4F4F5"/>
                </a:solidFill>
              </a:defRPr>
            </a:lvl1pPr>
            <a:lvl2pPr>
              <a:defRPr sz="1275">
                <a:solidFill>
                  <a:srgbClr val="F4F4F5"/>
                </a:solidFill>
              </a:defRPr>
            </a:lvl2pPr>
            <a:lvl3pPr>
              <a:defRPr sz="1275">
                <a:solidFill>
                  <a:srgbClr val="F4F4F5"/>
                </a:solidFill>
              </a:defRPr>
            </a:lvl3pPr>
            <a:lvl4pPr>
              <a:defRPr sz="1275">
                <a:solidFill>
                  <a:srgbClr val="F4F4F5"/>
                </a:solidFill>
              </a:defRPr>
            </a:lvl4pPr>
            <a:lvl5pPr>
              <a:defRPr sz="1275">
                <a:solidFill>
                  <a:srgbClr val="F4F4F5"/>
                </a:solidFill>
              </a:defRPr>
            </a:lvl5pPr>
            <a:lvl6pPr>
              <a:defRPr sz="1275">
                <a:solidFill>
                  <a:srgbClr val="F4F4F5"/>
                </a:solidFill>
              </a:defRPr>
            </a:lvl6pPr>
            <a:lvl7pPr>
              <a:defRPr sz="1275">
                <a:solidFill>
                  <a:srgbClr val="F4F4F5"/>
                </a:solidFill>
              </a:defRPr>
            </a:lvl7pPr>
            <a:lvl8pPr>
              <a:defRPr sz="1275">
                <a:solidFill>
                  <a:srgbClr val="F4F4F5"/>
                </a:solidFill>
              </a:defRPr>
            </a:lvl8pPr>
            <a:lvl9pPr>
              <a:defRPr sz="1275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F4F4F5"/>
                </a:solidFill>
              </a:defRPr>
            </a:pPr>
            <a:r>
              <a:rPr sz="1275">
                <a:solidFill>
                  <a:srgbClr val="F4F4F5"/>
                </a:solidFill>
              </a:rPr>
              <a:t>Nonaktifkan akses saat diperlukan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A3B753-A020-46F1-B5F4-DD396608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71717A"/>
                </a:solidFill>
              </a:defRPr>
            </a:defPPr>
            <a:lvl1pPr>
              <a:defRPr sz="750">
                <a:solidFill>
                  <a:srgbClr val="71717A"/>
                </a:solidFill>
              </a:defRPr>
            </a:lvl1pPr>
            <a:lvl2pPr>
              <a:defRPr sz="750">
                <a:solidFill>
                  <a:srgbClr val="71717A"/>
                </a:solidFill>
              </a:defRPr>
            </a:lvl2pPr>
            <a:lvl3pPr>
              <a:defRPr sz="750">
                <a:solidFill>
                  <a:srgbClr val="71717A"/>
                </a:solidFill>
              </a:defRPr>
            </a:lvl3pPr>
            <a:lvl4pPr>
              <a:defRPr sz="750">
                <a:solidFill>
                  <a:srgbClr val="71717A"/>
                </a:solidFill>
              </a:defRPr>
            </a:lvl4pPr>
            <a:lvl5pPr>
              <a:defRPr sz="750">
                <a:solidFill>
                  <a:srgbClr val="71717A"/>
                </a:solidFill>
              </a:defRPr>
            </a:lvl5pPr>
            <a:lvl6pPr>
              <a:defRPr sz="750">
                <a:solidFill>
                  <a:srgbClr val="71717A"/>
                </a:solidFill>
              </a:defRPr>
            </a:lvl6pPr>
            <a:lvl7pPr>
              <a:defRPr sz="750">
                <a:solidFill>
                  <a:srgbClr val="71717A"/>
                </a:solidFill>
              </a:defRPr>
            </a:lvl7pPr>
            <a:lvl8pPr>
              <a:defRPr sz="750">
                <a:solidFill>
                  <a:srgbClr val="71717A"/>
                </a:solidFill>
              </a:defRPr>
            </a:lvl8pPr>
            <a:lvl9pPr>
              <a:defRPr sz="750">
                <a:solidFill>
                  <a:srgbClr val="71717A"/>
                </a:solidFill>
              </a:defRPr>
            </a:lvl9pPr>
          </a:lstStyle>
          <a:p xmlns:a="http://schemas.openxmlformats.org/drawingml/2006/main">
            <a:pPr>
              <a:defRPr sz="750">
                <a:solidFill>
                  <a:srgbClr val="71717A"/>
                </a:solidFill>
              </a:defRPr>
            </a:pPr>
            <a:r>
              <a:rPr sz="750">
                <a:solidFill>
                  <a:srgbClr val="71717A"/>
                </a:solidFill>
              </a:rPr>
              <a:t>SIMONTOK · Panduan pelatihan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A6662B-9369-4ED7-BEE8-F7DF34C4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71717A"/>
                </a:solidFill>
              </a:defRPr>
            </a:defPPr>
            <a:lvl1pPr>
              <a:defRPr sz="750">
                <a:solidFill>
                  <a:srgbClr val="71717A"/>
                </a:solidFill>
              </a:defRPr>
            </a:lvl1pPr>
            <a:lvl2pPr>
              <a:defRPr sz="750">
                <a:solidFill>
                  <a:srgbClr val="71717A"/>
                </a:solidFill>
              </a:defRPr>
            </a:lvl2pPr>
            <a:lvl3pPr>
              <a:defRPr sz="750">
                <a:solidFill>
                  <a:srgbClr val="71717A"/>
                </a:solidFill>
              </a:defRPr>
            </a:lvl3pPr>
            <a:lvl4pPr>
              <a:defRPr sz="750">
                <a:solidFill>
                  <a:srgbClr val="71717A"/>
                </a:solidFill>
              </a:defRPr>
            </a:lvl4pPr>
            <a:lvl5pPr>
              <a:defRPr sz="750">
                <a:solidFill>
                  <a:srgbClr val="71717A"/>
                </a:solidFill>
              </a:defRPr>
            </a:lvl5pPr>
            <a:lvl6pPr>
              <a:defRPr sz="750">
                <a:solidFill>
                  <a:srgbClr val="71717A"/>
                </a:solidFill>
              </a:defRPr>
            </a:lvl6pPr>
            <a:lvl7pPr>
              <a:defRPr sz="750">
                <a:solidFill>
                  <a:srgbClr val="71717A"/>
                </a:solidFill>
              </a:defRPr>
            </a:lvl7pPr>
            <a:lvl8pPr>
              <a:defRPr sz="750">
                <a:solidFill>
                  <a:srgbClr val="71717A"/>
                </a:solidFill>
              </a:defRPr>
            </a:lvl8pPr>
            <a:lvl9pPr>
              <a:defRPr sz="750">
                <a:solidFill>
                  <a:srgbClr val="71717A"/>
                </a:solidFill>
              </a:defRPr>
            </a:lvl9pPr>
          </a:lstStyle>
          <a:p xmlns:a="http://schemas.openxmlformats.org/drawingml/2006/main">
            <a:pPr>
              <a:defRPr sz="750">
                <a:solidFill>
                  <a:srgbClr val="71717A"/>
                </a:solidFill>
              </a:defRPr>
            </a:pPr>
            <a:r>
              <a:rPr sz="750">
                <a:solidFill>
                  <a:srgbClr val="71717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90340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EA1C72-1B18-4EDE-931A-782356C3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B511"/>
                </a:solidFill>
              </a:defRPr>
            </a:defPPr>
            <a:lvl1pPr>
              <a:defRPr sz="900" b="1">
                <a:solidFill>
                  <a:srgbClr val="FFB511"/>
                </a:solidFill>
              </a:defRPr>
            </a:lvl1pPr>
            <a:lvl2pPr>
              <a:defRPr sz="900" b="1">
                <a:solidFill>
                  <a:srgbClr val="FFB511"/>
                </a:solidFill>
              </a:defRPr>
            </a:lvl2pPr>
            <a:lvl3pPr>
              <a:defRPr sz="900" b="1">
                <a:solidFill>
                  <a:srgbClr val="FFB511"/>
                </a:solidFill>
              </a:defRPr>
            </a:lvl3pPr>
            <a:lvl4pPr>
              <a:defRPr sz="900" b="1">
                <a:solidFill>
                  <a:srgbClr val="FFB511"/>
                </a:solidFill>
              </a:defRPr>
            </a:lvl4pPr>
            <a:lvl5pPr>
              <a:defRPr sz="900" b="1">
                <a:solidFill>
                  <a:srgbClr val="FFB511"/>
                </a:solidFill>
              </a:defRPr>
            </a:lvl5pPr>
            <a:lvl6pPr>
              <a:defRPr sz="900" b="1">
                <a:solidFill>
                  <a:srgbClr val="FFB511"/>
                </a:solidFill>
              </a:defRPr>
            </a:lvl6pPr>
            <a:lvl7pPr>
              <a:defRPr sz="900" b="1">
                <a:solidFill>
                  <a:srgbClr val="FFB511"/>
                </a:solidFill>
              </a:defRPr>
            </a:lvl7pPr>
            <a:lvl8pPr>
              <a:defRPr sz="900" b="1">
                <a:solidFill>
                  <a:srgbClr val="FFB511"/>
                </a:solidFill>
              </a:defRPr>
            </a:lvl8pPr>
            <a:lvl9pPr>
              <a:defRPr sz="900" b="1">
                <a:solidFill>
                  <a:srgbClr val="FFB511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B511"/>
                </a:solidFill>
              </a:defRPr>
            </a:pPr>
            <a:r>
              <a:rPr sz="900" b="1">
                <a:solidFill>
                  <a:srgbClr val="FFB511"/>
                </a:solidFill>
              </a:rPr>
              <a:t>ROLE: IT ADMINISTRATOR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61D67-EDB2-45F9-8C03-78C94B1A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4F5"/>
                </a:solidFill>
              </a:defRPr>
            </a:defPPr>
            <a:lvl1pPr>
              <a:defRPr sz="2550" b="1">
                <a:solidFill>
                  <a:srgbClr val="F4F4F5"/>
                </a:solidFill>
              </a:defRPr>
            </a:lvl1pPr>
            <a:lvl2pPr>
              <a:defRPr sz="2550" b="1">
                <a:solidFill>
                  <a:srgbClr val="F4F4F5"/>
                </a:solidFill>
              </a:defRPr>
            </a:lvl2pPr>
            <a:lvl3pPr>
              <a:defRPr sz="2550" b="1">
                <a:solidFill>
                  <a:srgbClr val="F4F4F5"/>
                </a:solidFill>
              </a:defRPr>
            </a:lvl3pPr>
            <a:lvl4pPr>
              <a:defRPr sz="2550" b="1">
                <a:solidFill>
                  <a:srgbClr val="F4F4F5"/>
                </a:solidFill>
              </a:defRPr>
            </a:lvl4pPr>
            <a:lvl5pPr>
              <a:defRPr sz="2550" b="1">
                <a:solidFill>
                  <a:srgbClr val="F4F4F5"/>
                </a:solidFill>
              </a:defRPr>
            </a:lvl5pPr>
            <a:lvl6pPr>
              <a:defRPr sz="2550" b="1">
                <a:solidFill>
                  <a:srgbClr val="F4F4F5"/>
                </a:solidFill>
              </a:defRPr>
            </a:lvl6pPr>
            <a:lvl7pPr>
              <a:defRPr sz="2550" b="1">
                <a:solidFill>
                  <a:srgbClr val="F4F4F5"/>
                </a:solidFill>
              </a:defRPr>
            </a:lvl7pPr>
            <a:lvl8pPr>
              <a:defRPr sz="2550" b="1">
                <a:solidFill>
                  <a:srgbClr val="F4F4F5"/>
                </a:solidFill>
              </a:defRPr>
            </a:lvl8pPr>
            <a:lvl9pPr>
              <a:defRPr sz="2550" b="1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4F4F5"/>
                </a:solidFill>
              </a:defRPr>
            </a:pPr>
            <a:r>
              <a:rPr sz="2550" b="1">
                <a:solidFill>
                  <a:srgbClr val="F4F4F5"/>
                </a:solidFill>
              </a:rPr>
              <a:t>Tetapkan permission melalui 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6C633F-7E76-4104-8EDA-BE1F49F5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A1A1AA"/>
                </a:solidFill>
              </a:defRPr>
            </a:defPPr>
            <a:lvl1pPr>
              <a:defRPr sz="1275">
                <a:solidFill>
                  <a:srgbClr val="A1A1AA"/>
                </a:solidFill>
              </a:defRPr>
            </a:lvl1pPr>
            <a:lvl2pPr>
              <a:defRPr sz="1275">
                <a:solidFill>
                  <a:srgbClr val="A1A1AA"/>
                </a:solidFill>
              </a:defRPr>
            </a:lvl2pPr>
            <a:lvl3pPr>
              <a:defRPr sz="1275">
                <a:solidFill>
                  <a:srgbClr val="A1A1AA"/>
                </a:solidFill>
              </a:defRPr>
            </a:lvl3pPr>
            <a:lvl4pPr>
              <a:defRPr sz="1275">
                <a:solidFill>
                  <a:srgbClr val="A1A1AA"/>
                </a:solidFill>
              </a:defRPr>
            </a:lvl4pPr>
            <a:lvl5pPr>
              <a:defRPr sz="1275">
                <a:solidFill>
                  <a:srgbClr val="A1A1AA"/>
                </a:solidFill>
              </a:defRPr>
            </a:lvl5pPr>
            <a:lvl6pPr>
              <a:defRPr sz="1275">
                <a:solidFill>
                  <a:srgbClr val="A1A1AA"/>
                </a:solidFill>
              </a:defRPr>
            </a:lvl6pPr>
            <a:lvl7pPr>
              <a:defRPr sz="1275">
                <a:solidFill>
                  <a:srgbClr val="A1A1AA"/>
                </a:solidFill>
              </a:defRPr>
            </a:lvl7pPr>
            <a:lvl8pPr>
              <a:defRPr sz="1275">
                <a:solidFill>
                  <a:srgbClr val="A1A1AA"/>
                </a:solidFill>
              </a:defRPr>
            </a:lvl8pPr>
            <a:lvl9pPr>
              <a:defRPr sz="1275">
                <a:solidFill>
                  <a:srgbClr val="A1A1AA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A1A1AA"/>
                </a:solidFill>
              </a:defRPr>
            </a:pPr>
            <a:r>
              <a:rPr sz="1275">
                <a:solidFill>
                  <a:srgbClr val="A1A1AA"/>
                </a:solidFill>
              </a:rPr>
              <a:t>Role menentukan menu dan tindakan yang tersedia untuk pengguna.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95E23-98D8-479E-8037-37495379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A2A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D97BD-16E1-4075-B9D5-B282BD54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143250" cy="4095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71719"/>
          </a:solidFill>
          <a:ln xmlns:a="http://schemas.openxmlformats.org/drawingml/2006/main" w="9525">
            <a:solidFill>
              <a:srgbClr val="2A2A2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D651D-FB9B-4E42-AABE-28170A22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1143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9525">
            <a:solidFill>
              <a:srgbClr val="15C78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89DE2-F0F4-412F-8015-01268EB7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5C784"/>
                </a:solidFill>
              </a:defRPr>
            </a:defPPr>
            <a:lvl1pPr>
              <a:defRPr sz="825" b="1">
                <a:solidFill>
                  <a:srgbClr val="15C784"/>
                </a:solidFill>
              </a:defRPr>
            </a:lvl1pPr>
            <a:lvl2pPr>
              <a:defRPr sz="825" b="1">
                <a:solidFill>
                  <a:srgbClr val="15C784"/>
                </a:solidFill>
              </a:defRPr>
            </a:lvl2pPr>
            <a:lvl3pPr>
              <a:defRPr sz="825" b="1">
                <a:solidFill>
                  <a:srgbClr val="15C784"/>
                </a:solidFill>
              </a:defRPr>
            </a:lvl3pPr>
            <a:lvl4pPr>
              <a:defRPr sz="825" b="1">
                <a:solidFill>
                  <a:srgbClr val="15C784"/>
                </a:solidFill>
              </a:defRPr>
            </a:lvl4pPr>
            <a:lvl5pPr>
              <a:defRPr sz="825" b="1">
                <a:solidFill>
                  <a:srgbClr val="15C784"/>
                </a:solidFill>
              </a:defRPr>
            </a:lvl5pPr>
            <a:lvl6pPr>
              <a:defRPr sz="825" b="1">
                <a:solidFill>
                  <a:srgbClr val="15C784"/>
                </a:solidFill>
              </a:defRPr>
            </a:lvl6pPr>
            <a:lvl7pPr>
              <a:defRPr sz="825" b="1">
                <a:solidFill>
                  <a:srgbClr val="15C784"/>
                </a:solidFill>
              </a:defRPr>
            </a:lvl7pPr>
            <a:lvl8pPr>
              <a:defRPr sz="825" b="1">
                <a:solidFill>
                  <a:srgbClr val="15C784"/>
                </a:solidFill>
              </a:defRPr>
            </a:lvl8pPr>
            <a:lvl9pPr>
              <a:defRPr sz="825" b="1">
                <a:solidFill>
                  <a:srgbClr val="15C784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5C784"/>
                </a:solidFill>
              </a:defRPr>
            </a:pPr>
            <a:r>
              <a:rPr sz="825" b="1">
                <a:solidFill>
                  <a:srgbClr val="15C784"/>
                </a:solidFill>
              </a:rPr>
              <a:t>PRINSIP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FF3B50-897E-4253-91BB-7D27733B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11"/>
          </a:solidFill>
          <a:ln xmlns:a="http://schemas.openxmlformats.org/drawingml/2006/main" w="0">
            <a:solidFill>
              <a:srgbClr val="FFB5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22C75-785F-4369-9A7F-92A0B5DD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4F4F5"/>
                </a:solidFill>
              </a:defRPr>
            </a:defPPr>
            <a:lvl1pPr>
              <a:defRPr sz="1275">
                <a:solidFill>
                  <a:srgbClr val="F4F4F5"/>
                </a:solidFill>
              </a:defRPr>
            </a:lvl1pPr>
            <a:lvl2pPr>
              <a:defRPr sz="1275">
                <a:solidFill>
                  <a:srgbClr val="F4F4F5"/>
                </a:solidFill>
              </a:defRPr>
            </a:lvl2pPr>
            <a:lvl3pPr>
              <a:defRPr sz="1275">
                <a:solidFill>
                  <a:srgbClr val="F4F4F5"/>
                </a:solidFill>
              </a:defRPr>
            </a:lvl3pPr>
            <a:lvl4pPr>
              <a:defRPr sz="1275">
                <a:solidFill>
                  <a:srgbClr val="F4F4F5"/>
                </a:solidFill>
              </a:defRPr>
            </a:lvl4pPr>
            <a:lvl5pPr>
              <a:defRPr sz="1275">
                <a:solidFill>
                  <a:srgbClr val="F4F4F5"/>
                </a:solidFill>
              </a:defRPr>
            </a:lvl5pPr>
            <a:lvl6pPr>
              <a:defRPr sz="1275">
                <a:solidFill>
                  <a:srgbClr val="F4F4F5"/>
                </a:solidFill>
              </a:defRPr>
            </a:lvl6pPr>
            <a:lvl7pPr>
              <a:defRPr sz="1275">
                <a:solidFill>
                  <a:srgbClr val="F4F4F5"/>
                </a:solidFill>
              </a:defRPr>
            </a:lvl7pPr>
            <a:lvl8pPr>
              <a:defRPr sz="1275">
                <a:solidFill>
                  <a:srgbClr val="F4F4F5"/>
                </a:solidFill>
              </a:defRPr>
            </a:lvl8pPr>
            <a:lvl9pPr>
              <a:defRPr sz="1275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F4F4F5"/>
                </a:solidFill>
              </a:defRPr>
            </a:pPr>
            <a:r>
              <a:rPr sz="1275">
                <a:solidFill>
                  <a:srgbClr val="F4F4F5"/>
                </a:solidFill>
              </a:rPr>
              <a:t>Mulai dari kebutuhan pekerjaan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4355C3-60DA-4426-881F-783E3F81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11"/>
          </a:solidFill>
          <a:ln xmlns:a="http://schemas.openxmlformats.org/drawingml/2006/main" w="0">
            <a:solidFill>
              <a:srgbClr val="FFB5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999DD4-D3DB-4D30-AA48-CB520F39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52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4F4F5"/>
                </a:solidFill>
              </a:defRPr>
            </a:defPPr>
            <a:lvl1pPr>
              <a:defRPr sz="1275">
                <a:solidFill>
                  <a:srgbClr val="F4F4F5"/>
                </a:solidFill>
              </a:defRPr>
            </a:lvl1pPr>
            <a:lvl2pPr>
              <a:defRPr sz="1275">
                <a:solidFill>
                  <a:srgbClr val="F4F4F5"/>
                </a:solidFill>
              </a:defRPr>
            </a:lvl2pPr>
            <a:lvl3pPr>
              <a:defRPr sz="1275">
                <a:solidFill>
                  <a:srgbClr val="F4F4F5"/>
                </a:solidFill>
              </a:defRPr>
            </a:lvl3pPr>
            <a:lvl4pPr>
              <a:defRPr sz="1275">
                <a:solidFill>
                  <a:srgbClr val="F4F4F5"/>
                </a:solidFill>
              </a:defRPr>
            </a:lvl4pPr>
            <a:lvl5pPr>
              <a:defRPr sz="1275">
                <a:solidFill>
                  <a:srgbClr val="F4F4F5"/>
                </a:solidFill>
              </a:defRPr>
            </a:lvl5pPr>
            <a:lvl6pPr>
              <a:defRPr sz="1275">
                <a:solidFill>
                  <a:srgbClr val="F4F4F5"/>
                </a:solidFill>
              </a:defRPr>
            </a:lvl6pPr>
            <a:lvl7pPr>
              <a:defRPr sz="1275">
                <a:solidFill>
                  <a:srgbClr val="F4F4F5"/>
                </a:solidFill>
              </a:defRPr>
            </a:lvl7pPr>
            <a:lvl8pPr>
              <a:defRPr sz="1275">
                <a:solidFill>
                  <a:srgbClr val="F4F4F5"/>
                </a:solidFill>
              </a:defRPr>
            </a:lvl8pPr>
            <a:lvl9pPr>
              <a:defRPr sz="1275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F4F4F5"/>
                </a:solidFill>
              </a:defRPr>
            </a:pPr>
            <a:r>
              <a:rPr sz="1275">
                <a:solidFill>
                  <a:srgbClr val="F4F4F5"/>
                </a:solidFill>
              </a:rPr>
              <a:t>Berikan akses minimum yang diperlukan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4E104-C2DD-47F8-B930-5FE6297C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11"/>
          </a:solidFill>
          <a:ln xmlns:a="http://schemas.openxmlformats.org/drawingml/2006/main" w="0">
            <a:solidFill>
              <a:srgbClr val="FFB5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E9B7FF-B511-4FE7-8A90-877CA0BA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4F4F5"/>
                </a:solidFill>
              </a:defRPr>
            </a:defPPr>
            <a:lvl1pPr>
              <a:defRPr sz="1275">
                <a:solidFill>
                  <a:srgbClr val="F4F4F5"/>
                </a:solidFill>
              </a:defRPr>
            </a:lvl1pPr>
            <a:lvl2pPr>
              <a:defRPr sz="1275">
                <a:solidFill>
                  <a:srgbClr val="F4F4F5"/>
                </a:solidFill>
              </a:defRPr>
            </a:lvl2pPr>
            <a:lvl3pPr>
              <a:defRPr sz="1275">
                <a:solidFill>
                  <a:srgbClr val="F4F4F5"/>
                </a:solidFill>
              </a:defRPr>
            </a:lvl3pPr>
            <a:lvl4pPr>
              <a:defRPr sz="1275">
                <a:solidFill>
                  <a:srgbClr val="F4F4F5"/>
                </a:solidFill>
              </a:defRPr>
            </a:lvl4pPr>
            <a:lvl5pPr>
              <a:defRPr sz="1275">
                <a:solidFill>
                  <a:srgbClr val="F4F4F5"/>
                </a:solidFill>
              </a:defRPr>
            </a:lvl5pPr>
            <a:lvl6pPr>
              <a:defRPr sz="1275">
                <a:solidFill>
                  <a:srgbClr val="F4F4F5"/>
                </a:solidFill>
              </a:defRPr>
            </a:lvl6pPr>
            <a:lvl7pPr>
              <a:defRPr sz="1275">
                <a:solidFill>
                  <a:srgbClr val="F4F4F5"/>
                </a:solidFill>
              </a:defRPr>
            </a:lvl7pPr>
            <a:lvl8pPr>
              <a:defRPr sz="1275">
                <a:solidFill>
                  <a:srgbClr val="F4F4F5"/>
                </a:solidFill>
              </a:defRPr>
            </a:lvl8pPr>
            <a:lvl9pPr>
              <a:defRPr sz="1275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F4F4F5"/>
                </a:solidFill>
              </a:defRPr>
            </a:pPr>
            <a:r>
              <a:rPr sz="1275">
                <a:solidFill>
                  <a:srgbClr val="F4F4F5"/>
                </a:solidFill>
              </a:rPr>
              <a:t>Uji dengan akun role tersebut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3C5DBE-E4BD-4F2E-82C8-618A0565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11"/>
          </a:solidFill>
          <a:ln xmlns:a="http://schemas.openxmlformats.org/drawingml/2006/main" w="0">
            <a:solidFill>
              <a:srgbClr val="FFB51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0A2AC9-8D44-4B03-9883-98149362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672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F4F4F5"/>
                </a:solidFill>
              </a:defRPr>
            </a:defPPr>
            <a:lvl1pPr>
              <a:defRPr sz="1275">
                <a:solidFill>
                  <a:srgbClr val="F4F4F5"/>
                </a:solidFill>
              </a:defRPr>
            </a:lvl1pPr>
            <a:lvl2pPr>
              <a:defRPr sz="1275">
                <a:solidFill>
                  <a:srgbClr val="F4F4F5"/>
                </a:solidFill>
              </a:defRPr>
            </a:lvl2pPr>
            <a:lvl3pPr>
              <a:defRPr sz="1275">
                <a:solidFill>
                  <a:srgbClr val="F4F4F5"/>
                </a:solidFill>
              </a:defRPr>
            </a:lvl3pPr>
            <a:lvl4pPr>
              <a:defRPr sz="1275">
                <a:solidFill>
                  <a:srgbClr val="F4F4F5"/>
                </a:solidFill>
              </a:defRPr>
            </a:lvl4pPr>
            <a:lvl5pPr>
              <a:defRPr sz="1275">
                <a:solidFill>
                  <a:srgbClr val="F4F4F5"/>
                </a:solidFill>
              </a:defRPr>
            </a:lvl5pPr>
            <a:lvl6pPr>
              <a:defRPr sz="1275">
                <a:solidFill>
                  <a:srgbClr val="F4F4F5"/>
                </a:solidFill>
              </a:defRPr>
            </a:lvl6pPr>
            <a:lvl7pPr>
              <a:defRPr sz="1275">
                <a:solidFill>
                  <a:srgbClr val="F4F4F5"/>
                </a:solidFill>
              </a:defRPr>
            </a:lvl7pPr>
            <a:lvl8pPr>
              <a:defRPr sz="1275">
                <a:solidFill>
                  <a:srgbClr val="F4F4F5"/>
                </a:solidFill>
              </a:defRPr>
            </a:lvl8pPr>
            <a:lvl9pPr>
              <a:defRPr sz="1275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F4F4F5"/>
                </a:solidFill>
              </a:defRPr>
            </a:pPr>
            <a:r>
              <a:rPr sz="1275">
                <a:solidFill>
                  <a:srgbClr val="F4F4F5"/>
                </a:solidFill>
              </a:rPr>
              <a:t>Review akses secara berkala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1796DD-2B20-45FF-940F-F12DBEFC7A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dce9e702948cf"/>
          <a:stretch xmlns:a="http://schemas.openxmlformats.org/drawingml/2006/main"/>
        </p:blipFill>
        <p:spPr>
          <a:xfrm xmlns:a="http://schemas.openxmlformats.org/drawingml/2006/main">
            <a:off x="4577562" y="2038350"/>
            <a:ext cx="6523025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157884-AAD7-4BC8-9D11-41C28EBB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71717A"/>
                </a:solidFill>
              </a:defRPr>
            </a:defPPr>
            <a:lvl1pPr>
              <a:defRPr sz="750">
                <a:solidFill>
                  <a:srgbClr val="71717A"/>
                </a:solidFill>
              </a:defRPr>
            </a:lvl1pPr>
            <a:lvl2pPr>
              <a:defRPr sz="750">
                <a:solidFill>
                  <a:srgbClr val="71717A"/>
                </a:solidFill>
              </a:defRPr>
            </a:lvl2pPr>
            <a:lvl3pPr>
              <a:defRPr sz="750">
                <a:solidFill>
                  <a:srgbClr val="71717A"/>
                </a:solidFill>
              </a:defRPr>
            </a:lvl3pPr>
            <a:lvl4pPr>
              <a:defRPr sz="750">
                <a:solidFill>
                  <a:srgbClr val="71717A"/>
                </a:solidFill>
              </a:defRPr>
            </a:lvl4pPr>
            <a:lvl5pPr>
              <a:defRPr sz="750">
                <a:solidFill>
                  <a:srgbClr val="71717A"/>
                </a:solidFill>
              </a:defRPr>
            </a:lvl5pPr>
            <a:lvl6pPr>
              <a:defRPr sz="750">
                <a:solidFill>
                  <a:srgbClr val="71717A"/>
                </a:solidFill>
              </a:defRPr>
            </a:lvl6pPr>
            <a:lvl7pPr>
              <a:defRPr sz="750">
                <a:solidFill>
                  <a:srgbClr val="71717A"/>
                </a:solidFill>
              </a:defRPr>
            </a:lvl7pPr>
            <a:lvl8pPr>
              <a:defRPr sz="750">
                <a:solidFill>
                  <a:srgbClr val="71717A"/>
                </a:solidFill>
              </a:defRPr>
            </a:lvl8pPr>
            <a:lvl9pPr>
              <a:defRPr sz="750">
                <a:solidFill>
                  <a:srgbClr val="71717A"/>
                </a:solidFill>
              </a:defRPr>
            </a:lvl9pPr>
          </a:lstStyle>
          <a:p xmlns:a="http://schemas.openxmlformats.org/drawingml/2006/main">
            <a:pPr>
              <a:defRPr sz="750">
                <a:solidFill>
                  <a:srgbClr val="71717A"/>
                </a:solidFill>
              </a:defRPr>
            </a:pPr>
            <a:r>
              <a:rPr sz="750">
                <a:solidFill>
                  <a:srgbClr val="71717A"/>
                </a:solidFill>
              </a:rPr>
              <a:t>SIMONTOK · Panduan pelatihan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9D1914-891A-4A8F-A891-1945C4D1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71717A"/>
                </a:solidFill>
              </a:defRPr>
            </a:defPPr>
            <a:lvl1pPr>
              <a:defRPr sz="750">
                <a:solidFill>
                  <a:srgbClr val="71717A"/>
                </a:solidFill>
              </a:defRPr>
            </a:lvl1pPr>
            <a:lvl2pPr>
              <a:defRPr sz="750">
                <a:solidFill>
                  <a:srgbClr val="71717A"/>
                </a:solidFill>
              </a:defRPr>
            </a:lvl2pPr>
            <a:lvl3pPr>
              <a:defRPr sz="750">
                <a:solidFill>
                  <a:srgbClr val="71717A"/>
                </a:solidFill>
              </a:defRPr>
            </a:lvl3pPr>
            <a:lvl4pPr>
              <a:defRPr sz="750">
                <a:solidFill>
                  <a:srgbClr val="71717A"/>
                </a:solidFill>
              </a:defRPr>
            </a:lvl4pPr>
            <a:lvl5pPr>
              <a:defRPr sz="750">
                <a:solidFill>
                  <a:srgbClr val="71717A"/>
                </a:solidFill>
              </a:defRPr>
            </a:lvl5pPr>
            <a:lvl6pPr>
              <a:defRPr sz="750">
                <a:solidFill>
                  <a:srgbClr val="71717A"/>
                </a:solidFill>
              </a:defRPr>
            </a:lvl6pPr>
            <a:lvl7pPr>
              <a:defRPr sz="750">
                <a:solidFill>
                  <a:srgbClr val="71717A"/>
                </a:solidFill>
              </a:defRPr>
            </a:lvl7pPr>
            <a:lvl8pPr>
              <a:defRPr sz="750">
                <a:solidFill>
                  <a:srgbClr val="71717A"/>
                </a:solidFill>
              </a:defRPr>
            </a:lvl8pPr>
            <a:lvl9pPr>
              <a:defRPr sz="750">
                <a:solidFill>
                  <a:srgbClr val="71717A"/>
                </a:solidFill>
              </a:defRPr>
            </a:lvl9pPr>
          </a:lstStyle>
          <a:p xmlns:a="http://schemas.openxmlformats.org/drawingml/2006/main">
            <a:pPr>
              <a:defRPr sz="750">
                <a:solidFill>
                  <a:srgbClr val="71717A"/>
                </a:solidFill>
              </a:defRPr>
            </a:pPr>
            <a:r>
              <a:rPr sz="750">
                <a:solidFill>
                  <a:srgbClr val="71717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160289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E6E076-9FED-436D-8252-5C602EC5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B511"/>
                </a:solidFill>
              </a:defRPr>
            </a:defPPr>
            <a:lvl1pPr>
              <a:defRPr sz="900" b="1">
                <a:solidFill>
                  <a:srgbClr val="FFB511"/>
                </a:solidFill>
              </a:defRPr>
            </a:lvl1pPr>
            <a:lvl2pPr>
              <a:defRPr sz="900" b="1">
                <a:solidFill>
                  <a:srgbClr val="FFB511"/>
                </a:solidFill>
              </a:defRPr>
            </a:lvl2pPr>
            <a:lvl3pPr>
              <a:defRPr sz="900" b="1">
                <a:solidFill>
                  <a:srgbClr val="FFB511"/>
                </a:solidFill>
              </a:defRPr>
            </a:lvl3pPr>
            <a:lvl4pPr>
              <a:defRPr sz="900" b="1">
                <a:solidFill>
                  <a:srgbClr val="FFB511"/>
                </a:solidFill>
              </a:defRPr>
            </a:lvl4pPr>
            <a:lvl5pPr>
              <a:defRPr sz="900" b="1">
                <a:solidFill>
                  <a:srgbClr val="FFB511"/>
                </a:solidFill>
              </a:defRPr>
            </a:lvl5pPr>
            <a:lvl6pPr>
              <a:defRPr sz="900" b="1">
                <a:solidFill>
                  <a:srgbClr val="FFB511"/>
                </a:solidFill>
              </a:defRPr>
            </a:lvl6pPr>
            <a:lvl7pPr>
              <a:defRPr sz="900" b="1">
                <a:solidFill>
                  <a:srgbClr val="FFB511"/>
                </a:solidFill>
              </a:defRPr>
            </a:lvl7pPr>
            <a:lvl8pPr>
              <a:defRPr sz="900" b="1">
                <a:solidFill>
                  <a:srgbClr val="FFB511"/>
                </a:solidFill>
              </a:defRPr>
            </a:lvl8pPr>
            <a:lvl9pPr>
              <a:defRPr sz="900" b="1">
                <a:solidFill>
                  <a:srgbClr val="FFB511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B511"/>
                </a:solidFill>
              </a:defRPr>
            </a:pPr>
            <a:r>
              <a:rPr sz="900" b="1">
                <a:solidFill>
                  <a:srgbClr val="FFB511"/>
                </a:solidFill>
              </a:rPr>
              <a:t>PETA 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D8AD7-51D5-42DC-8FA7-B715E099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4F5"/>
                </a:solidFill>
              </a:defRPr>
            </a:defPPr>
            <a:lvl1pPr>
              <a:defRPr sz="2550" b="1">
                <a:solidFill>
                  <a:srgbClr val="F4F4F5"/>
                </a:solidFill>
              </a:defRPr>
            </a:lvl1pPr>
            <a:lvl2pPr>
              <a:defRPr sz="2550" b="1">
                <a:solidFill>
                  <a:srgbClr val="F4F4F5"/>
                </a:solidFill>
              </a:defRPr>
            </a:lvl2pPr>
            <a:lvl3pPr>
              <a:defRPr sz="2550" b="1">
                <a:solidFill>
                  <a:srgbClr val="F4F4F5"/>
                </a:solidFill>
              </a:defRPr>
            </a:lvl3pPr>
            <a:lvl4pPr>
              <a:defRPr sz="2550" b="1">
                <a:solidFill>
                  <a:srgbClr val="F4F4F5"/>
                </a:solidFill>
              </a:defRPr>
            </a:lvl4pPr>
            <a:lvl5pPr>
              <a:defRPr sz="2550" b="1">
                <a:solidFill>
                  <a:srgbClr val="F4F4F5"/>
                </a:solidFill>
              </a:defRPr>
            </a:lvl5pPr>
            <a:lvl6pPr>
              <a:defRPr sz="2550" b="1">
                <a:solidFill>
                  <a:srgbClr val="F4F4F5"/>
                </a:solidFill>
              </a:defRPr>
            </a:lvl6pPr>
            <a:lvl7pPr>
              <a:defRPr sz="2550" b="1">
                <a:solidFill>
                  <a:srgbClr val="F4F4F5"/>
                </a:solidFill>
              </a:defRPr>
            </a:lvl7pPr>
            <a:lvl8pPr>
              <a:defRPr sz="2550" b="1">
                <a:solidFill>
                  <a:srgbClr val="F4F4F5"/>
                </a:solidFill>
              </a:defRPr>
            </a:lvl8pPr>
            <a:lvl9pPr>
              <a:defRPr sz="2550" b="1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4F4F5"/>
                </a:solidFill>
              </a:defRPr>
            </a:pPr>
            <a:r>
              <a:rPr sz="2550" b="1">
                <a:solidFill>
                  <a:srgbClr val="F4F4F5"/>
                </a:solidFill>
              </a:rPr>
              <a:t>Siapa melakukan apa?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4C8F5-174B-4E9E-B2F2-C74FF9FE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A1A1AA"/>
                </a:solidFill>
              </a:defRPr>
            </a:defPPr>
            <a:lvl1pPr>
              <a:defRPr sz="1275">
                <a:solidFill>
                  <a:srgbClr val="A1A1AA"/>
                </a:solidFill>
              </a:defRPr>
            </a:lvl1pPr>
            <a:lvl2pPr>
              <a:defRPr sz="1275">
                <a:solidFill>
                  <a:srgbClr val="A1A1AA"/>
                </a:solidFill>
              </a:defRPr>
            </a:lvl2pPr>
            <a:lvl3pPr>
              <a:defRPr sz="1275">
                <a:solidFill>
                  <a:srgbClr val="A1A1AA"/>
                </a:solidFill>
              </a:defRPr>
            </a:lvl3pPr>
            <a:lvl4pPr>
              <a:defRPr sz="1275">
                <a:solidFill>
                  <a:srgbClr val="A1A1AA"/>
                </a:solidFill>
              </a:defRPr>
            </a:lvl4pPr>
            <a:lvl5pPr>
              <a:defRPr sz="1275">
                <a:solidFill>
                  <a:srgbClr val="A1A1AA"/>
                </a:solidFill>
              </a:defRPr>
            </a:lvl5pPr>
            <a:lvl6pPr>
              <a:defRPr sz="1275">
                <a:solidFill>
                  <a:srgbClr val="A1A1AA"/>
                </a:solidFill>
              </a:defRPr>
            </a:lvl6pPr>
            <a:lvl7pPr>
              <a:defRPr sz="1275">
                <a:solidFill>
                  <a:srgbClr val="A1A1AA"/>
                </a:solidFill>
              </a:defRPr>
            </a:lvl7pPr>
            <a:lvl8pPr>
              <a:defRPr sz="1275">
                <a:solidFill>
                  <a:srgbClr val="A1A1AA"/>
                </a:solidFill>
              </a:defRPr>
            </a:lvl8pPr>
            <a:lvl9pPr>
              <a:defRPr sz="1275">
                <a:solidFill>
                  <a:srgbClr val="A1A1AA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A1A1AA"/>
                </a:solidFill>
              </a:defRPr>
            </a:pPr>
            <a:r>
              <a:rPr sz="1275">
                <a:solidFill>
                  <a:srgbClr val="A1A1AA"/>
                </a:solidFill>
              </a:rPr>
              <a:t>Gunakan matriks ini sebagai pembagian tugas saat pelatihan awal.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657E1-BDC3-4380-A345-35F72A7E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A2A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1FB72-0E0B-4A9F-A2A4-104D3533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9728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71719"/>
          </a:solidFill>
          <a:ln xmlns:a="http://schemas.openxmlformats.org/drawingml/2006/main" w="9525">
            <a:solidFill>
              <a:srgbClr val="2A2A2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9CA31-19D5-4ABA-B20F-ACC76DFB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4F4F5"/>
                </a:solidFill>
              </a:defRPr>
            </a:defPPr>
            <a:lvl1pPr>
              <a:defRPr sz="1275" b="1">
                <a:solidFill>
                  <a:srgbClr val="F4F4F5"/>
                </a:solidFill>
              </a:defRPr>
            </a:lvl1pPr>
            <a:lvl2pPr>
              <a:defRPr sz="1275" b="1">
                <a:solidFill>
                  <a:srgbClr val="F4F4F5"/>
                </a:solidFill>
              </a:defRPr>
            </a:lvl2pPr>
            <a:lvl3pPr>
              <a:defRPr sz="1275" b="1">
                <a:solidFill>
                  <a:srgbClr val="F4F4F5"/>
                </a:solidFill>
              </a:defRPr>
            </a:lvl3pPr>
            <a:lvl4pPr>
              <a:defRPr sz="1275" b="1">
                <a:solidFill>
                  <a:srgbClr val="F4F4F5"/>
                </a:solidFill>
              </a:defRPr>
            </a:lvl4pPr>
            <a:lvl5pPr>
              <a:defRPr sz="1275" b="1">
                <a:solidFill>
                  <a:srgbClr val="F4F4F5"/>
                </a:solidFill>
              </a:defRPr>
            </a:lvl5pPr>
            <a:lvl6pPr>
              <a:defRPr sz="1275" b="1">
                <a:solidFill>
                  <a:srgbClr val="F4F4F5"/>
                </a:solidFill>
              </a:defRPr>
            </a:lvl6pPr>
            <a:lvl7pPr>
              <a:defRPr sz="1275" b="1">
                <a:solidFill>
                  <a:srgbClr val="F4F4F5"/>
                </a:solidFill>
              </a:defRPr>
            </a:lvl7pPr>
            <a:lvl8pPr>
              <a:defRPr sz="1275" b="1">
                <a:solidFill>
                  <a:srgbClr val="F4F4F5"/>
                </a:solidFill>
              </a:defRPr>
            </a:lvl8pPr>
            <a:lvl9pPr>
              <a:defRPr sz="1275" b="1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4F4F5"/>
                </a:solidFill>
              </a:defRPr>
            </a:pPr>
            <a:r>
              <a:rPr sz="1275" b="1">
                <a:solidFill>
                  <a:srgbClr val="F4F4F5"/>
                </a:solidFill>
              </a:rPr>
              <a:t>Admin Legal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D23C6-D3D0-40B7-93F2-5898814B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955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A1A1AA"/>
                </a:solidFill>
              </a:defRPr>
            </a:defPPr>
            <a:lvl1pPr>
              <a:defRPr sz="1200">
                <a:solidFill>
                  <a:srgbClr val="A1A1AA"/>
                </a:solidFill>
              </a:defRPr>
            </a:lvl1pPr>
            <a:lvl2pPr>
              <a:defRPr sz="1200">
                <a:solidFill>
                  <a:srgbClr val="A1A1AA"/>
                </a:solidFill>
              </a:defRPr>
            </a:lvl2pPr>
            <a:lvl3pPr>
              <a:defRPr sz="1200">
                <a:solidFill>
                  <a:srgbClr val="A1A1AA"/>
                </a:solidFill>
              </a:defRPr>
            </a:lvl3pPr>
            <a:lvl4pPr>
              <a:defRPr sz="1200">
                <a:solidFill>
                  <a:srgbClr val="A1A1AA"/>
                </a:solidFill>
              </a:defRPr>
            </a:lvl4pPr>
            <a:lvl5pPr>
              <a:defRPr sz="1200">
                <a:solidFill>
                  <a:srgbClr val="A1A1AA"/>
                </a:solidFill>
              </a:defRPr>
            </a:lvl5pPr>
            <a:lvl6pPr>
              <a:defRPr sz="1200">
                <a:solidFill>
                  <a:srgbClr val="A1A1AA"/>
                </a:solidFill>
              </a:defRPr>
            </a:lvl6pPr>
            <a:lvl7pPr>
              <a:defRPr sz="1200">
                <a:solidFill>
                  <a:srgbClr val="A1A1AA"/>
                </a:solidFill>
              </a:defRPr>
            </a:lvl7pPr>
            <a:lvl8pPr>
              <a:defRPr sz="1200">
                <a:solidFill>
                  <a:srgbClr val="A1A1AA"/>
                </a:solidFill>
              </a:defRPr>
            </a:lvl8pPr>
            <a:lvl9pPr>
              <a:defRPr sz="1200">
                <a:solidFill>
                  <a:srgbClr val="A1A1AA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A1A1AA"/>
                </a:solidFill>
              </a:defRPr>
            </a:pPr>
            <a:r>
              <a:rPr sz="1200">
                <a:solidFill>
                  <a:srgbClr val="A1A1AA"/>
                </a:solidFill>
              </a:rPr>
              <a:t>Buat dan kelola order · dokumen · pembayaran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41B8F-5D14-42AF-BF4F-CAF421DE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109728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11113"/>
          </a:solidFill>
          <a:ln xmlns:a="http://schemas.openxmlformats.org/drawingml/2006/main" w="9525">
            <a:solidFill>
              <a:srgbClr val="2A2A2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A5D20F-B919-4340-B456-76A26590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4F4F5"/>
                </a:solidFill>
              </a:defRPr>
            </a:defPPr>
            <a:lvl1pPr>
              <a:defRPr sz="1275" b="1">
                <a:solidFill>
                  <a:srgbClr val="F4F4F5"/>
                </a:solidFill>
              </a:defRPr>
            </a:lvl1pPr>
            <a:lvl2pPr>
              <a:defRPr sz="1275" b="1">
                <a:solidFill>
                  <a:srgbClr val="F4F4F5"/>
                </a:solidFill>
              </a:defRPr>
            </a:lvl2pPr>
            <a:lvl3pPr>
              <a:defRPr sz="1275" b="1">
                <a:solidFill>
                  <a:srgbClr val="F4F4F5"/>
                </a:solidFill>
              </a:defRPr>
            </a:lvl3pPr>
            <a:lvl4pPr>
              <a:defRPr sz="1275" b="1">
                <a:solidFill>
                  <a:srgbClr val="F4F4F5"/>
                </a:solidFill>
              </a:defRPr>
            </a:lvl4pPr>
            <a:lvl5pPr>
              <a:defRPr sz="1275" b="1">
                <a:solidFill>
                  <a:srgbClr val="F4F4F5"/>
                </a:solidFill>
              </a:defRPr>
            </a:lvl5pPr>
            <a:lvl6pPr>
              <a:defRPr sz="1275" b="1">
                <a:solidFill>
                  <a:srgbClr val="F4F4F5"/>
                </a:solidFill>
              </a:defRPr>
            </a:lvl6pPr>
            <a:lvl7pPr>
              <a:defRPr sz="1275" b="1">
                <a:solidFill>
                  <a:srgbClr val="F4F4F5"/>
                </a:solidFill>
              </a:defRPr>
            </a:lvl7pPr>
            <a:lvl8pPr>
              <a:defRPr sz="1275" b="1">
                <a:solidFill>
                  <a:srgbClr val="F4F4F5"/>
                </a:solidFill>
              </a:defRPr>
            </a:lvl8pPr>
            <a:lvl9pPr>
              <a:defRPr sz="1275" b="1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4F4F5"/>
                </a:solidFill>
              </a:defRPr>
            </a:pPr>
            <a:r>
              <a:rPr sz="1275" b="1">
                <a:solidFill>
                  <a:srgbClr val="F4F4F5"/>
                </a:solidFill>
              </a:rPr>
              <a:t>Notaris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64CF1A-F4AA-44A8-BC23-A5BBE7FE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051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A1A1AA"/>
                </a:solidFill>
              </a:defRPr>
            </a:defPPr>
            <a:lvl1pPr>
              <a:defRPr sz="1200">
                <a:solidFill>
                  <a:srgbClr val="A1A1AA"/>
                </a:solidFill>
              </a:defRPr>
            </a:lvl1pPr>
            <a:lvl2pPr>
              <a:defRPr sz="1200">
                <a:solidFill>
                  <a:srgbClr val="A1A1AA"/>
                </a:solidFill>
              </a:defRPr>
            </a:lvl2pPr>
            <a:lvl3pPr>
              <a:defRPr sz="1200">
                <a:solidFill>
                  <a:srgbClr val="A1A1AA"/>
                </a:solidFill>
              </a:defRPr>
            </a:lvl3pPr>
            <a:lvl4pPr>
              <a:defRPr sz="1200">
                <a:solidFill>
                  <a:srgbClr val="A1A1AA"/>
                </a:solidFill>
              </a:defRPr>
            </a:lvl4pPr>
            <a:lvl5pPr>
              <a:defRPr sz="1200">
                <a:solidFill>
                  <a:srgbClr val="A1A1AA"/>
                </a:solidFill>
              </a:defRPr>
            </a:lvl5pPr>
            <a:lvl6pPr>
              <a:defRPr sz="1200">
                <a:solidFill>
                  <a:srgbClr val="A1A1AA"/>
                </a:solidFill>
              </a:defRPr>
            </a:lvl6pPr>
            <a:lvl7pPr>
              <a:defRPr sz="1200">
                <a:solidFill>
                  <a:srgbClr val="A1A1AA"/>
                </a:solidFill>
              </a:defRPr>
            </a:lvl7pPr>
            <a:lvl8pPr>
              <a:defRPr sz="1200">
                <a:solidFill>
                  <a:srgbClr val="A1A1AA"/>
                </a:solidFill>
              </a:defRPr>
            </a:lvl8pPr>
            <a:lvl9pPr>
              <a:defRPr sz="1200">
                <a:solidFill>
                  <a:srgbClr val="A1A1AA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A1A1AA"/>
                </a:solidFill>
              </a:defRPr>
            </a:pPr>
            <a:r>
              <a:rPr sz="1200">
                <a:solidFill>
                  <a:srgbClr val="A1A1AA"/>
                </a:solidFill>
              </a:rPr>
              <a:t>Tindak lanjuti portal · covernote · dokumen final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9DACB-E8C5-44BD-B794-C97A0185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71719"/>
          </a:solidFill>
          <a:ln xmlns:a="http://schemas.openxmlformats.org/drawingml/2006/main" w="9525">
            <a:solidFill>
              <a:srgbClr val="2A2A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C17F3E-1085-45C3-91DF-D67BCF02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147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4F4F5"/>
                </a:solidFill>
              </a:defRPr>
            </a:defPPr>
            <a:lvl1pPr>
              <a:defRPr sz="1275" b="1">
                <a:solidFill>
                  <a:srgbClr val="F4F4F5"/>
                </a:solidFill>
              </a:defRPr>
            </a:lvl1pPr>
            <a:lvl2pPr>
              <a:defRPr sz="1275" b="1">
                <a:solidFill>
                  <a:srgbClr val="F4F4F5"/>
                </a:solidFill>
              </a:defRPr>
            </a:lvl2pPr>
            <a:lvl3pPr>
              <a:defRPr sz="1275" b="1">
                <a:solidFill>
                  <a:srgbClr val="F4F4F5"/>
                </a:solidFill>
              </a:defRPr>
            </a:lvl3pPr>
            <a:lvl4pPr>
              <a:defRPr sz="1275" b="1">
                <a:solidFill>
                  <a:srgbClr val="F4F4F5"/>
                </a:solidFill>
              </a:defRPr>
            </a:lvl4pPr>
            <a:lvl5pPr>
              <a:defRPr sz="1275" b="1">
                <a:solidFill>
                  <a:srgbClr val="F4F4F5"/>
                </a:solidFill>
              </a:defRPr>
            </a:lvl5pPr>
            <a:lvl6pPr>
              <a:defRPr sz="1275" b="1">
                <a:solidFill>
                  <a:srgbClr val="F4F4F5"/>
                </a:solidFill>
              </a:defRPr>
            </a:lvl6pPr>
            <a:lvl7pPr>
              <a:defRPr sz="1275" b="1">
                <a:solidFill>
                  <a:srgbClr val="F4F4F5"/>
                </a:solidFill>
              </a:defRPr>
            </a:lvl7pPr>
            <a:lvl8pPr>
              <a:defRPr sz="1275" b="1">
                <a:solidFill>
                  <a:srgbClr val="F4F4F5"/>
                </a:solidFill>
              </a:defRPr>
            </a:lvl8pPr>
            <a:lvl9pPr>
              <a:defRPr sz="1275" b="1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4F4F5"/>
                </a:solidFill>
              </a:defRPr>
            </a:pPr>
            <a:r>
              <a:rPr sz="1275" b="1">
                <a:solidFill>
                  <a:srgbClr val="F4F4F5"/>
                </a:solidFill>
              </a:rPr>
              <a:t>Pimpinan Cabang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5F2D63-4F96-4171-AC87-85D1B58D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147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A1A1AA"/>
                </a:solidFill>
              </a:defRPr>
            </a:defPPr>
            <a:lvl1pPr>
              <a:defRPr sz="1200">
                <a:solidFill>
                  <a:srgbClr val="A1A1AA"/>
                </a:solidFill>
              </a:defRPr>
            </a:lvl1pPr>
            <a:lvl2pPr>
              <a:defRPr sz="1200">
                <a:solidFill>
                  <a:srgbClr val="A1A1AA"/>
                </a:solidFill>
              </a:defRPr>
            </a:lvl2pPr>
            <a:lvl3pPr>
              <a:defRPr sz="1200">
                <a:solidFill>
                  <a:srgbClr val="A1A1AA"/>
                </a:solidFill>
              </a:defRPr>
            </a:lvl3pPr>
            <a:lvl4pPr>
              <a:defRPr sz="1200">
                <a:solidFill>
                  <a:srgbClr val="A1A1AA"/>
                </a:solidFill>
              </a:defRPr>
            </a:lvl4pPr>
            <a:lvl5pPr>
              <a:defRPr sz="1200">
                <a:solidFill>
                  <a:srgbClr val="A1A1AA"/>
                </a:solidFill>
              </a:defRPr>
            </a:lvl5pPr>
            <a:lvl6pPr>
              <a:defRPr sz="1200">
                <a:solidFill>
                  <a:srgbClr val="A1A1AA"/>
                </a:solidFill>
              </a:defRPr>
            </a:lvl6pPr>
            <a:lvl7pPr>
              <a:defRPr sz="1200">
                <a:solidFill>
                  <a:srgbClr val="A1A1AA"/>
                </a:solidFill>
              </a:defRPr>
            </a:lvl7pPr>
            <a:lvl8pPr>
              <a:defRPr sz="1200">
                <a:solidFill>
                  <a:srgbClr val="A1A1AA"/>
                </a:solidFill>
              </a:defRPr>
            </a:lvl8pPr>
            <a:lvl9pPr>
              <a:defRPr sz="1200">
                <a:solidFill>
                  <a:srgbClr val="A1A1AA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A1A1AA"/>
                </a:solidFill>
              </a:defRPr>
            </a:pPr>
            <a:r>
              <a:rPr sz="1200">
                <a:solidFill>
                  <a:srgbClr val="A1A1AA"/>
                </a:solidFill>
              </a:rPr>
              <a:t>Approval dan pemantauan cabang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A0BF0B-7901-46C8-A5FC-1377DAC0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09728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11113"/>
          </a:solidFill>
          <a:ln xmlns:a="http://schemas.openxmlformats.org/drawingml/2006/main" w="9525">
            <a:solidFill>
              <a:srgbClr val="2A2A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43AAF8-74E1-44E5-8064-68273971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243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4F4F5"/>
                </a:solidFill>
              </a:defRPr>
            </a:defPPr>
            <a:lvl1pPr>
              <a:defRPr sz="1275" b="1">
                <a:solidFill>
                  <a:srgbClr val="F4F4F5"/>
                </a:solidFill>
              </a:defRPr>
            </a:lvl1pPr>
            <a:lvl2pPr>
              <a:defRPr sz="1275" b="1">
                <a:solidFill>
                  <a:srgbClr val="F4F4F5"/>
                </a:solidFill>
              </a:defRPr>
            </a:lvl2pPr>
            <a:lvl3pPr>
              <a:defRPr sz="1275" b="1">
                <a:solidFill>
                  <a:srgbClr val="F4F4F5"/>
                </a:solidFill>
              </a:defRPr>
            </a:lvl3pPr>
            <a:lvl4pPr>
              <a:defRPr sz="1275" b="1">
                <a:solidFill>
                  <a:srgbClr val="F4F4F5"/>
                </a:solidFill>
              </a:defRPr>
            </a:lvl4pPr>
            <a:lvl5pPr>
              <a:defRPr sz="1275" b="1">
                <a:solidFill>
                  <a:srgbClr val="F4F4F5"/>
                </a:solidFill>
              </a:defRPr>
            </a:lvl5pPr>
            <a:lvl6pPr>
              <a:defRPr sz="1275" b="1">
                <a:solidFill>
                  <a:srgbClr val="F4F4F5"/>
                </a:solidFill>
              </a:defRPr>
            </a:lvl6pPr>
            <a:lvl7pPr>
              <a:defRPr sz="1275" b="1">
                <a:solidFill>
                  <a:srgbClr val="F4F4F5"/>
                </a:solidFill>
              </a:defRPr>
            </a:lvl7pPr>
            <a:lvl8pPr>
              <a:defRPr sz="1275" b="1">
                <a:solidFill>
                  <a:srgbClr val="F4F4F5"/>
                </a:solidFill>
              </a:defRPr>
            </a:lvl8pPr>
            <a:lvl9pPr>
              <a:defRPr sz="1275" b="1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4F4F5"/>
                </a:solidFill>
              </a:defRPr>
            </a:pPr>
            <a:r>
              <a:rPr sz="1275" b="1">
                <a:solidFill>
                  <a:srgbClr val="F4F4F5"/>
                </a:solidFill>
              </a:rPr>
              <a:t>Kadiv Operasional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4F4586-87AC-444B-8A7F-FDAC9487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243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A1A1AA"/>
                </a:solidFill>
              </a:defRPr>
            </a:defPPr>
            <a:lvl1pPr>
              <a:defRPr sz="1200">
                <a:solidFill>
                  <a:srgbClr val="A1A1AA"/>
                </a:solidFill>
              </a:defRPr>
            </a:lvl1pPr>
            <a:lvl2pPr>
              <a:defRPr sz="1200">
                <a:solidFill>
                  <a:srgbClr val="A1A1AA"/>
                </a:solidFill>
              </a:defRPr>
            </a:lvl2pPr>
            <a:lvl3pPr>
              <a:defRPr sz="1200">
                <a:solidFill>
                  <a:srgbClr val="A1A1AA"/>
                </a:solidFill>
              </a:defRPr>
            </a:lvl3pPr>
            <a:lvl4pPr>
              <a:defRPr sz="1200">
                <a:solidFill>
                  <a:srgbClr val="A1A1AA"/>
                </a:solidFill>
              </a:defRPr>
            </a:lvl4pPr>
            <a:lvl5pPr>
              <a:defRPr sz="1200">
                <a:solidFill>
                  <a:srgbClr val="A1A1AA"/>
                </a:solidFill>
              </a:defRPr>
            </a:lvl5pPr>
            <a:lvl6pPr>
              <a:defRPr sz="1200">
                <a:solidFill>
                  <a:srgbClr val="A1A1AA"/>
                </a:solidFill>
              </a:defRPr>
            </a:lvl6pPr>
            <a:lvl7pPr>
              <a:defRPr sz="1200">
                <a:solidFill>
                  <a:srgbClr val="A1A1AA"/>
                </a:solidFill>
              </a:defRPr>
            </a:lvl7pPr>
            <a:lvl8pPr>
              <a:defRPr sz="1200">
                <a:solidFill>
                  <a:srgbClr val="A1A1AA"/>
                </a:solidFill>
              </a:defRPr>
            </a:lvl8pPr>
            <a:lvl9pPr>
              <a:defRPr sz="1200">
                <a:solidFill>
                  <a:srgbClr val="A1A1AA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A1A1AA"/>
                </a:solidFill>
              </a:defRPr>
            </a:pPr>
            <a:r>
              <a:rPr sz="1200">
                <a:solidFill>
                  <a:srgbClr val="A1A1AA"/>
                </a:solidFill>
              </a:rPr>
              <a:t>Approval operasional dan kontrol risiko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6DF905-81E1-4EC2-8766-DAAABD52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71719"/>
          </a:solidFill>
          <a:ln xmlns:a="http://schemas.openxmlformats.org/drawingml/2006/main" w="9525">
            <a:solidFill>
              <a:srgbClr val="2A2A2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40C7DC-AC32-4B27-90AD-25697C99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339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4F4F5"/>
                </a:solidFill>
              </a:defRPr>
            </a:defPPr>
            <a:lvl1pPr>
              <a:defRPr sz="1275" b="1">
                <a:solidFill>
                  <a:srgbClr val="F4F4F5"/>
                </a:solidFill>
              </a:defRPr>
            </a:lvl1pPr>
            <a:lvl2pPr>
              <a:defRPr sz="1275" b="1">
                <a:solidFill>
                  <a:srgbClr val="F4F4F5"/>
                </a:solidFill>
              </a:defRPr>
            </a:lvl2pPr>
            <a:lvl3pPr>
              <a:defRPr sz="1275" b="1">
                <a:solidFill>
                  <a:srgbClr val="F4F4F5"/>
                </a:solidFill>
              </a:defRPr>
            </a:lvl3pPr>
            <a:lvl4pPr>
              <a:defRPr sz="1275" b="1">
                <a:solidFill>
                  <a:srgbClr val="F4F4F5"/>
                </a:solidFill>
              </a:defRPr>
            </a:lvl4pPr>
            <a:lvl5pPr>
              <a:defRPr sz="1275" b="1">
                <a:solidFill>
                  <a:srgbClr val="F4F4F5"/>
                </a:solidFill>
              </a:defRPr>
            </a:lvl5pPr>
            <a:lvl6pPr>
              <a:defRPr sz="1275" b="1">
                <a:solidFill>
                  <a:srgbClr val="F4F4F5"/>
                </a:solidFill>
              </a:defRPr>
            </a:lvl6pPr>
            <a:lvl7pPr>
              <a:defRPr sz="1275" b="1">
                <a:solidFill>
                  <a:srgbClr val="F4F4F5"/>
                </a:solidFill>
              </a:defRPr>
            </a:lvl7pPr>
            <a:lvl8pPr>
              <a:defRPr sz="1275" b="1">
                <a:solidFill>
                  <a:srgbClr val="F4F4F5"/>
                </a:solidFill>
              </a:defRPr>
            </a:lvl8pPr>
            <a:lvl9pPr>
              <a:defRPr sz="1275" b="1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4F4F5"/>
                </a:solidFill>
              </a:defRPr>
            </a:pPr>
            <a:r>
              <a:rPr sz="1275" b="1">
                <a:solidFill>
                  <a:srgbClr val="F4F4F5"/>
                </a:solidFill>
              </a:rPr>
              <a:t>SKAI / Auditor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962871-007E-4536-8135-4EADB4CB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339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A1A1AA"/>
                </a:solidFill>
              </a:defRPr>
            </a:defPPr>
            <a:lvl1pPr>
              <a:defRPr sz="1200">
                <a:solidFill>
                  <a:srgbClr val="A1A1AA"/>
                </a:solidFill>
              </a:defRPr>
            </a:lvl1pPr>
            <a:lvl2pPr>
              <a:defRPr sz="1200">
                <a:solidFill>
                  <a:srgbClr val="A1A1AA"/>
                </a:solidFill>
              </a:defRPr>
            </a:lvl2pPr>
            <a:lvl3pPr>
              <a:defRPr sz="1200">
                <a:solidFill>
                  <a:srgbClr val="A1A1AA"/>
                </a:solidFill>
              </a:defRPr>
            </a:lvl3pPr>
            <a:lvl4pPr>
              <a:defRPr sz="1200">
                <a:solidFill>
                  <a:srgbClr val="A1A1AA"/>
                </a:solidFill>
              </a:defRPr>
            </a:lvl4pPr>
            <a:lvl5pPr>
              <a:defRPr sz="1200">
                <a:solidFill>
                  <a:srgbClr val="A1A1AA"/>
                </a:solidFill>
              </a:defRPr>
            </a:lvl5pPr>
            <a:lvl6pPr>
              <a:defRPr sz="1200">
                <a:solidFill>
                  <a:srgbClr val="A1A1AA"/>
                </a:solidFill>
              </a:defRPr>
            </a:lvl6pPr>
            <a:lvl7pPr>
              <a:defRPr sz="1200">
                <a:solidFill>
                  <a:srgbClr val="A1A1AA"/>
                </a:solidFill>
              </a:defRPr>
            </a:lvl7pPr>
            <a:lvl8pPr>
              <a:defRPr sz="1200">
                <a:solidFill>
                  <a:srgbClr val="A1A1AA"/>
                </a:solidFill>
              </a:defRPr>
            </a:lvl8pPr>
            <a:lvl9pPr>
              <a:defRPr sz="1200">
                <a:solidFill>
                  <a:srgbClr val="A1A1AA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A1A1AA"/>
                </a:solidFill>
              </a:defRPr>
            </a:pPr>
            <a:r>
              <a:rPr sz="1200">
                <a:solidFill>
                  <a:srgbClr val="A1A1AA"/>
                </a:solidFill>
              </a:rPr>
              <a:t>Laporan dan audit log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3D1882-C4AC-4AB0-B346-634A9786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11113"/>
          </a:solidFill>
          <a:ln xmlns:a="http://schemas.openxmlformats.org/drawingml/2006/main" w="9525">
            <a:solidFill>
              <a:srgbClr val="2A2A2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13B5F3-0C88-4B4B-8E45-23144C81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43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B511"/>
                </a:solidFill>
              </a:defRPr>
            </a:defPPr>
            <a:lvl1pPr>
              <a:defRPr sz="1275" b="1">
                <a:solidFill>
                  <a:srgbClr val="FFB511"/>
                </a:solidFill>
              </a:defRPr>
            </a:lvl1pPr>
            <a:lvl2pPr>
              <a:defRPr sz="1275" b="1">
                <a:solidFill>
                  <a:srgbClr val="FFB511"/>
                </a:solidFill>
              </a:defRPr>
            </a:lvl2pPr>
            <a:lvl3pPr>
              <a:defRPr sz="1275" b="1">
                <a:solidFill>
                  <a:srgbClr val="FFB511"/>
                </a:solidFill>
              </a:defRPr>
            </a:lvl3pPr>
            <a:lvl4pPr>
              <a:defRPr sz="1275" b="1">
                <a:solidFill>
                  <a:srgbClr val="FFB511"/>
                </a:solidFill>
              </a:defRPr>
            </a:lvl4pPr>
            <a:lvl5pPr>
              <a:defRPr sz="1275" b="1">
                <a:solidFill>
                  <a:srgbClr val="FFB511"/>
                </a:solidFill>
              </a:defRPr>
            </a:lvl5pPr>
            <a:lvl6pPr>
              <a:defRPr sz="1275" b="1">
                <a:solidFill>
                  <a:srgbClr val="FFB511"/>
                </a:solidFill>
              </a:defRPr>
            </a:lvl6pPr>
            <a:lvl7pPr>
              <a:defRPr sz="1275" b="1">
                <a:solidFill>
                  <a:srgbClr val="FFB511"/>
                </a:solidFill>
              </a:defRPr>
            </a:lvl7pPr>
            <a:lvl8pPr>
              <a:defRPr sz="1275" b="1">
                <a:solidFill>
                  <a:srgbClr val="FFB511"/>
                </a:solidFill>
              </a:defRPr>
            </a:lvl8pPr>
            <a:lvl9pPr>
              <a:defRPr sz="1275" b="1">
                <a:solidFill>
                  <a:srgbClr val="FFB511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B511"/>
                </a:solidFill>
              </a:defRPr>
            </a:pPr>
            <a:r>
              <a:rPr sz="1275" b="1">
                <a:solidFill>
                  <a:srgbClr val="FFB511"/>
                </a:solidFill>
              </a:rPr>
              <a:t>IT Administrator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9AFCA9-F476-4995-8526-DEB5C512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435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A1A1AA"/>
                </a:solidFill>
              </a:defRPr>
            </a:defPPr>
            <a:lvl1pPr>
              <a:defRPr sz="1200">
                <a:solidFill>
                  <a:srgbClr val="A1A1AA"/>
                </a:solidFill>
              </a:defRPr>
            </a:lvl1pPr>
            <a:lvl2pPr>
              <a:defRPr sz="1200">
                <a:solidFill>
                  <a:srgbClr val="A1A1AA"/>
                </a:solidFill>
              </a:defRPr>
            </a:lvl2pPr>
            <a:lvl3pPr>
              <a:defRPr sz="1200">
                <a:solidFill>
                  <a:srgbClr val="A1A1AA"/>
                </a:solidFill>
              </a:defRPr>
            </a:lvl3pPr>
            <a:lvl4pPr>
              <a:defRPr sz="1200">
                <a:solidFill>
                  <a:srgbClr val="A1A1AA"/>
                </a:solidFill>
              </a:defRPr>
            </a:lvl4pPr>
            <a:lvl5pPr>
              <a:defRPr sz="1200">
                <a:solidFill>
                  <a:srgbClr val="A1A1AA"/>
                </a:solidFill>
              </a:defRPr>
            </a:lvl5pPr>
            <a:lvl6pPr>
              <a:defRPr sz="1200">
                <a:solidFill>
                  <a:srgbClr val="A1A1AA"/>
                </a:solidFill>
              </a:defRPr>
            </a:lvl6pPr>
            <a:lvl7pPr>
              <a:defRPr sz="1200">
                <a:solidFill>
                  <a:srgbClr val="A1A1AA"/>
                </a:solidFill>
              </a:defRPr>
            </a:lvl7pPr>
            <a:lvl8pPr>
              <a:defRPr sz="1200">
                <a:solidFill>
                  <a:srgbClr val="A1A1AA"/>
                </a:solidFill>
              </a:defRPr>
            </a:lvl8pPr>
            <a:lvl9pPr>
              <a:defRPr sz="1200">
                <a:solidFill>
                  <a:srgbClr val="A1A1AA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A1A1AA"/>
                </a:solidFill>
              </a:defRPr>
            </a:pPr>
            <a:r>
              <a:rPr sz="1200">
                <a:solidFill>
                  <a:srgbClr val="A1A1AA"/>
                </a:solidFill>
              </a:rPr>
              <a:t>Pengguna · role · master 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97E2E9-40B2-4446-8105-066D8966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71717A"/>
                </a:solidFill>
              </a:defRPr>
            </a:defPPr>
            <a:lvl1pPr>
              <a:defRPr sz="750">
                <a:solidFill>
                  <a:srgbClr val="71717A"/>
                </a:solidFill>
              </a:defRPr>
            </a:lvl1pPr>
            <a:lvl2pPr>
              <a:defRPr sz="750">
                <a:solidFill>
                  <a:srgbClr val="71717A"/>
                </a:solidFill>
              </a:defRPr>
            </a:lvl2pPr>
            <a:lvl3pPr>
              <a:defRPr sz="750">
                <a:solidFill>
                  <a:srgbClr val="71717A"/>
                </a:solidFill>
              </a:defRPr>
            </a:lvl3pPr>
            <a:lvl4pPr>
              <a:defRPr sz="750">
                <a:solidFill>
                  <a:srgbClr val="71717A"/>
                </a:solidFill>
              </a:defRPr>
            </a:lvl4pPr>
            <a:lvl5pPr>
              <a:defRPr sz="750">
                <a:solidFill>
                  <a:srgbClr val="71717A"/>
                </a:solidFill>
              </a:defRPr>
            </a:lvl5pPr>
            <a:lvl6pPr>
              <a:defRPr sz="750">
                <a:solidFill>
                  <a:srgbClr val="71717A"/>
                </a:solidFill>
              </a:defRPr>
            </a:lvl6pPr>
            <a:lvl7pPr>
              <a:defRPr sz="750">
                <a:solidFill>
                  <a:srgbClr val="71717A"/>
                </a:solidFill>
              </a:defRPr>
            </a:lvl7pPr>
            <a:lvl8pPr>
              <a:defRPr sz="750">
                <a:solidFill>
                  <a:srgbClr val="71717A"/>
                </a:solidFill>
              </a:defRPr>
            </a:lvl8pPr>
            <a:lvl9pPr>
              <a:defRPr sz="750">
                <a:solidFill>
                  <a:srgbClr val="71717A"/>
                </a:solidFill>
              </a:defRPr>
            </a:lvl9pPr>
          </a:lstStyle>
          <a:p xmlns:a="http://schemas.openxmlformats.org/drawingml/2006/main">
            <a:pPr>
              <a:defRPr sz="750">
                <a:solidFill>
                  <a:srgbClr val="71717A"/>
                </a:solidFill>
              </a:defRPr>
            </a:pPr>
            <a:r>
              <a:rPr sz="750">
                <a:solidFill>
                  <a:srgbClr val="71717A"/>
                </a:solidFill>
              </a:rPr>
              <a:t>SIMONTOK · Panduan pelatihan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EE152B-FD6E-4C63-A379-0E5395CF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71717A"/>
                </a:solidFill>
              </a:defRPr>
            </a:defPPr>
            <a:lvl1pPr>
              <a:defRPr sz="750">
                <a:solidFill>
                  <a:srgbClr val="71717A"/>
                </a:solidFill>
              </a:defRPr>
            </a:lvl1pPr>
            <a:lvl2pPr>
              <a:defRPr sz="750">
                <a:solidFill>
                  <a:srgbClr val="71717A"/>
                </a:solidFill>
              </a:defRPr>
            </a:lvl2pPr>
            <a:lvl3pPr>
              <a:defRPr sz="750">
                <a:solidFill>
                  <a:srgbClr val="71717A"/>
                </a:solidFill>
              </a:defRPr>
            </a:lvl3pPr>
            <a:lvl4pPr>
              <a:defRPr sz="750">
                <a:solidFill>
                  <a:srgbClr val="71717A"/>
                </a:solidFill>
              </a:defRPr>
            </a:lvl4pPr>
            <a:lvl5pPr>
              <a:defRPr sz="750">
                <a:solidFill>
                  <a:srgbClr val="71717A"/>
                </a:solidFill>
              </a:defRPr>
            </a:lvl5pPr>
            <a:lvl6pPr>
              <a:defRPr sz="750">
                <a:solidFill>
                  <a:srgbClr val="71717A"/>
                </a:solidFill>
              </a:defRPr>
            </a:lvl6pPr>
            <a:lvl7pPr>
              <a:defRPr sz="750">
                <a:solidFill>
                  <a:srgbClr val="71717A"/>
                </a:solidFill>
              </a:defRPr>
            </a:lvl7pPr>
            <a:lvl8pPr>
              <a:defRPr sz="750">
                <a:solidFill>
                  <a:srgbClr val="71717A"/>
                </a:solidFill>
              </a:defRPr>
            </a:lvl8pPr>
            <a:lvl9pPr>
              <a:defRPr sz="750">
                <a:solidFill>
                  <a:srgbClr val="71717A"/>
                </a:solidFill>
              </a:defRPr>
            </a:lvl9pPr>
          </a:lstStyle>
          <a:p xmlns:a="http://schemas.openxmlformats.org/drawingml/2006/main">
            <a:pPr>
              <a:defRPr sz="750">
                <a:solidFill>
                  <a:srgbClr val="71717A"/>
                </a:solidFill>
              </a:defRPr>
            </a:pPr>
            <a:r>
              <a:rPr sz="750">
                <a:solidFill>
                  <a:srgbClr val="71717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508209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EB3688-1E33-4C15-AA7A-9CA38C84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B511"/>
                </a:solidFill>
              </a:defRPr>
            </a:defPPr>
            <a:lvl1pPr>
              <a:defRPr sz="900" b="1">
                <a:solidFill>
                  <a:srgbClr val="FFB511"/>
                </a:solidFill>
              </a:defRPr>
            </a:lvl1pPr>
            <a:lvl2pPr>
              <a:defRPr sz="900" b="1">
                <a:solidFill>
                  <a:srgbClr val="FFB511"/>
                </a:solidFill>
              </a:defRPr>
            </a:lvl2pPr>
            <a:lvl3pPr>
              <a:defRPr sz="900" b="1">
                <a:solidFill>
                  <a:srgbClr val="FFB511"/>
                </a:solidFill>
              </a:defRPr>
            </a:lvl3pPr>
            <a:lvl4pPr>
              <a:defRPr sz="900" b="1">
                <a:solidFill>
                  <a:srgbClr val="FFB511"/>
                </a:solidFill>
              </a:defRPr>
            </a:lvl4pPr>
            <a:lvl5pPr>
              <a:defRPr sz="900" b="1">
                <a:solidFill>
                  <a:srgbClr val="FFB511"/>
                </a:solidFill>
              </a:defRPr>
            </a:lvl5pPr>
            <a:lvl6pPr>
              <a:defRPr sz="900" b="1">
                <a:solidFill>
                  <a:srgbClr val="FFB511"/>
                </a:solidFill>
              </a:defRPr>
            </a:lvl6pPr>
            <a:lvl7pPr>
              <a:defRPr sz="900" b="1">
                <a:solidFill>
                  <a:srgbClr val="FFB511"/>
                </a:solidFill>
              </a:defRPr>
            </a:lvl7pPr>
            <a:lvl8pPr>
              <a:defRPr sz="900" b="1">
                <a:solidFill>
                  <a:srgbClr val="FFB511"/>
                </a:solidFill>
              </a:defRPr>
            </a:lvl8pPr>
            <a:lvl9pPr>
              <a:defRPr sz="900" b="1">
                <a:solidFill>
                  <a:srgbClr val="FFB511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B511"/>
                </a:solidFill>
              </a:defRPr>
            </a:pPr>
            <a:r>
              <a:rPr sz="900" b="1">
                <a:solidFill>
                  <a:srgbClr val="FFB511"/>
                </a:solidFill>
              </a:rPr>
              <a:t>PENUTUP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12FA7D-47B9-4B4D-B242-2E54D56C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F4F5"/>
                </a:solidFill>
              </a:defRPr>
            </a:defPPr>
            <a:lvl1pPr>
              <a:defRPr sz="2550" b="1">
                <a:solidFill>
                  <a:srgbClr val="F4F4F5"/>
                </a:solidFill>
              </a:defRPr>
            </a:lvl1pPr>
            <a:lvl2pPr>
              <a:defRPr sz="2550" b="1">
                <a:solidFill>
                  <a:srgbClr val="F4F4F5"/>
                </a:solidFill>
              </a:defRPr>
            </a:lvl2pPr>
            <a:lvl3pPr>
              <a:defRPr sz="2550" b="1">
                <a:solidFill>
                  <a:srgbClr val="F4F4F5"/>
                </a:solidFill>
              </a:defRPr>
            </a:lvl3pPr>
            <a:lvl4pPr>
              <a:defRPr sz="2550" b="1">
                <a:solidFill>
                  <a:srgbClr val="F4F4F5"/>
                </a:solidFill>
              </a:defRPr>
            </a:lvl4pPr>
            <a:lvl5pPr>
              <a:defRPr sz="2550" b="1">
                <a:solidFill>
                  <a:srgbClr val="F4F4F5"/>
                </a:solidFill>
              </a:defRPr>
            </a:lvl5pPr>
            <a:lvl6pPr>
              <a:defRPr sz="2550" b="1">
                <a:solidFill>
                  <a:srgbClr val="F4F4F5"/>
                </a:solidFill>
              </a:defRPr>
            </a:lvl6pPr>
            <a:lvl7pPr>
              <a:defRPr sz="2550" b="1">
                <a:solidFill>
                  <a:srgbClr val="F4F4F5"/>
                </a:solidFill>
              </a:defRPr>
            </a:lvl7pPr>
            <a:lvl8pPr>
              <a:defRPr sz="2550" b="1">
                <a:solidFill>
                  <a:srgbClr val="F4F4F5"/>
                </a:solidFill>
              </a:defRPr>
            </a:lvl8pPr>
            <a:lvl9pPr>
              <a:defRPr sz="2550" b="1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4F4F5"/>
                </a:solidFill>
              </a:defRPr>
            </a:pPr>
            <a:r>
              <a:rPr sz="2550" b="1">
                <a:solidFill>
                  <a:srgbClr val="F4F4F5"/>
                </a:solidFill>
              </a:rPr>
              <a:t>Rutinitas kerja harian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22B359-25B9-442E-8DEF-F04175A9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A1A1AA"/>
                </a:solidFill>
              </a:defRPr>
            </a:defPPr>
            <a:lvl1pPr>
              <a:defRPr sz="1275">
                <a:solidFill>
                  <a:srgbClr val="A1A1AA"/>
                </a:solidFill>
              </a:defRPr>
            </a:lvl1pPr>
            <a:lvl2pPr>
              <a:defRPr sz="1275">
                <a:solidFill>
                  <a:srgbClr val="A1A1AA"/>
                </a:solidFill>
              </a:defRPr>
            </a:lvl2pPr>
            <a:lvl3pPr>
              <a:defRPr sz="1275">
                <a:solidFill>
                  <a:srgbClr val="A1A1AA"/>
                </a:solidFill>
              </a:defRPr>
            </a:lvl3pPr>
            <a:lvl4pPr>
              <a:defRPr sz="1275">
                <a:solidFill>
                  <a:srgbClr val="A1A1AA"/>
                </a:solidFill>
              </a:defRPr>
            </a:lvl4pPr>
            <a:lvl5pPr>
              <a:defRPr sz="1275">
                <a:solidFill>
                  <a:srgbClr val="A1A1AA"/>
                </a:solidFill>
              </a:defRPr>
            </a:lvl5pPr>
            <a:lvl6pPr>
              <a:defRPr sz="1275">
                <a:solidFill>
                  <a:srgbClr val="A1A1AA"/>
                </a:solidFill>
              </a:defRPr>
            </a:lvl6pPr>
            <a:lvl7pPr>
              <a:defRPr sz="1275">
                <a:solidFill>
                  <a:srgbClr val="A1A1AA"/>
                </a:solidFill>
              </a:defRPr>
            </a:lvl7pPr>
            <a:lvl8pPr>
              <a:defRPr sz="1275">
                <a:solidFill>
                  <a:srgbClr val="A1A1AA"/>
                </a:solidFill>
              </a:defRPr>
            </a:lvl8pPr>
            <a:lvl9pPr>
              <a:defRPr sz="1275">
                <a:solidFill>
                  <a:srgbClr val="A1A1AA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A1A1AA"/>
                </a:solidFill>
              </a:defRPr>
            </a:pPr>
            <a:r>
              <a:rPr sz="1275">
                <a:solidFill>
                  <a:srgbClr val="A1A1AA"/>
                </a:solidFill>
              </a:rPr>
              <a:t>Mulai dari antrian, selesaikan tindakan, lalu pastikan status dan dokumen tercatat.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4BDCC-5780-4DF6-81FD-8B3201BF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A2A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69F49-8F71-4FF5-A662-4BA1BF5E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476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71719"/>
          </a:solidFill>
          <a:ln xmlns:a="http://schemas.openxmlformats.org/drawingml/2006/main" w="9525">
            <a:solidFill>
              <a:srgbClr val="2A2A2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DFB2F-8878-4FF8-A70B-AC9BE759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B511"/>
                </a:solidFill>
              </a:defRPr>
            </a:defPPr>
            <a:lvl1pPr>
              <a:defRPr sz="2250" b="1">
                <a:solidFill>
                  <a:srgbClr val="FFB511"/>
                </a:solidFill>
              </a:defRPr>
            </a:lvl1pPr>
            <a:lvl2pPr>
              <a:defRPr sz="2250" b="1">
                <a:solidFill>
                  <a:srgbClr val="FFB511"/>
                </a:solidFill>
              </a:defRPr>
            </a:lvl2pPr>
            <a:lvl3pPr>
              <a:defRPr sz="2250" b="1">
                <a:solidFill>
                  <a:srgbClr val="FFB511"/>
                </a:solidFill>
              </a:defRPr>
            </a:lvl3pPr>
            <a:lvl4pPr>
              <a:defRPr sz="2250" b="1">
                <a:solidFill>
                  <a:srgbClr val="FFB511"/>
                </a:solidFill>
              </a:defRPr>
            </a:lvl4pPr>
            <a:lvl5pPr>
              <a:defRPr sz="2250" b="1">
                <a:solidFill>
                  <a:srgbClr val="FFB511"/>
                </a:solidFill>
              </a:defRPr>
            </a:lvl5pPr>
            <a:lvl6pPr>
              <a:defRPr sz="2250" b="1">
                <a:solidFill>
                  <a:srgbClr val="FFB511"/>
                </a:solidFill>
              </a:defRPr>
            </a:lvl6pPr>
            <a:lvl7pPr>
              <a:defRPr sz="2250" b="1">
                <a:solidFill>
                  <a:srgbClr val="FFB511"/>
                </a:solidFill>
              </a:defRPr>
            </a:lvl7pPr>
            <a:lvl8pPr>
              <a:defRPr sz="2250" b="1">
                <a:solidFill>
                  <a:srgbClr val="FFB511"/>
                </a:solidFill>
              </a:defRPr>
            </a:lvl8pPr>
            <a:lvl9pPr>
              <a:defRPr sz="2250" b="1">
                <a:solidFill>
                  <a:srgbClr val="FFB511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B511"/>
                </a:solidFill>
              </a:defRPr>
            </a:pPr>
            <a:r>
              <a:rPr sz="2250" b="1">
                <a:solidFill>
                  <a:srgbClr val="FFB511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B11E4-6EF9-492B-8447-80FD425F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4F4F5"/>
                </a:solidFill>
              </a:defRPr>
            </a:defPPr>
            <a:lvl1pPr>
              <a:defRPr sz="1650" b="1">
                <a:solidFill>
                  <a:srgbClr val="F4F4F5"/>
                </a:solidFill>
              </a:defRPr>
            </a:lvl1pPr>
            <a:lvl2pPr>
              <a:defRPr sz="1650" b="1">
                <a:solidFill>
                  <a:srgbClr val="F4F4F5"/>
                </a:solidFill>
              </a:defRPr>
            </a:lvl2pPr>
            <a:lvl3pPr>
              <a:defRPr sz="1650" b="1">
                <a:solidFill>
                  <a:srgbClr val="F4F4F5"/>
                </a:solidFill>
              </a:defRPr>
            </a:lvl3pPr>
            <a:lvl4pPr>
              <a:defRPr sz="1650" b="1">
                <a:solidFill>
                  <a:srgbClr val="F4F4F5"/>
                </a:solidFill>
              </a:defRPr>
            </a:lvl4pPr>
            <a:lvl5pPr>
              <a:defRPr sz="1650" b="1">
                <a:solidFill>
                  <a:srgbClr val="F4F4F5"/>
                </a:solidFill>
              </a:defRPr>
            </a:lvl5pPr>
            <a:lvl6pPr>
              <a:defRPr sz="1650" b="1">
                <a:solidFill>
                  <a:srgbClr val="F4F4F5"/>
                </a:solidFill>
              </a:defRPr>
            </a:lvl6pPr>
            <a:lvl7pPr>
              <a:defRPr sz="1650" b="1">
                <a:solidFill>
                  <a:srgbClr val="F4F4F5"/>
                </a:solidFill>
              </a:defRPr>
            </a:lvl7pPr>
            <a:lvl8pPr>
              <a:defRPr sz="1650" b="1">
                <a:solidFill>
                  <a:srgbClr val="F4F4F5"/>
                </a:solidFill>
              </a:defRPr>
            </a:lvl8pPr>
            <a:lvl9pPr>
              <a:defRPr sz="1650" b="1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4F4F5"/>
                </a:solidFill>
              </a:defRPr>
            </a:pPr>
            <a:r>
              <a:rPr sz="1650" b="1">
                <a:solidFill>
                  <a:srgbClr val="F4F4F5"/>
                </a:solidFill>
              </a:rPr>
              <a:t>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B5F26-EACF-4AAC-8783-3B461E33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A1A1AA"/>
                </a:solidFill>
              </a:defRPr>
            </a:defPPr>
            <a:lvl1pPr>
              <a:defRPr sz="1125">
                <a:solidFill>
                  <a:srgbClr val="A1A1AA"/>
                </a:solidFill>
              </a:defRPr>
            </a:lvl1pPr>
            <a:lvl2pPr>
              <a:defRPr sz="1125">
                <a:solidFill>
                  <a:srgbClr val="A1A1AA"/>
                </a:solidFill>
              </a:defRPr>
            </a:lvl2pPr>
            <a:lvl3pPr>
              <a:defRPr sz="1125">
                <a:solidFill>
                  <a:srgbClr val="A1A1AA"/>
                </a:solidFill>
              </a:defRPr>
            </a:lvl3pPr>
            <a:lvl4pPr>
              <a:defRPr sz="1125">
                <a:solidFill>
                  <a:srgbClr val="A1A1AA"/>
                </a:solidFill>
              </a:defRPr>
            </a:lvl4pPr>
            <a:lvl5pPr>
              <a:defRPr sz="1125">
                <a:solidFill>
                  <a:srgbClr val="A1A1AA"/>
                </a:solidFill>
              </a:defRPr>
            </a:lvl5pPr>
            <a:lvl6pPr>
              <a:defRPr sz="1125">
                <a:solidFill>
                  <a:srgbClr val="A1A1AA"/>
                </a:solidFill>
              </a:defRPr>
            </a:lvl6pPr>
            <a:lvl7pPr>
              <a:defRPr sz="1125">
                <a:solidFill>
                  <a:srgbClr val="A1A1AA"/>
                </a:solidFill>
              </a:defRPr>
            </a:lvl7pPr>
            <a:lvl8pPr>
              <a:defRPr sz="1125">
                <a:solidFill>
                  <a:srgbClr val="A1A1AA"/>
                </a:solidFill>
              </a:defRPr>
            </a:lvl8pPr>
            <a:lvl9pPr>
              <a:defRPr sz="1125">
                <a:solidFill>
                  <a:srgbClr val="A1A1AA"/>
                </a:solidFill>
              </a:defRPr>
            </a:lvl9pPr>
          </a:lstStyle>
          <a:p xmlns:a="http://schemas.openxmlformats.org/drawingml/2006/main">
            <a:pPr>
              <a:defRPr sz="1125">
                <a:solidFill>
                  <a:srgbClr val="A1A1AA"/>
                </a:solidFill>
              </a:defRPr>
            </a:pPr>
            <a:r>
              <a:rPr sz="1125">
                <a:solidFill>
                  <a:srgbClr val="A1A1AA"/>
                </a:solidFill>
              </a:rPr>
              <a:t>Lihat pekerjaan prioritas dan risiko.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284BE-AEDB-4985-99DB-5AF93AA0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57450"/>
            <a:ext cx="2476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71719"/>
          </a:solidFill>
          <a:ln xmlns:a="http://schemas.openxmlformats.org/drawingml/2006/main" w="9525">
            <a:solidFill>
              <a:srgbClr val="2A2A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D4B291-77E3-4B34-9FB2-5E98692F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051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B511"/>
                </a:solidFill>
              </a:defRPr>
            </a:defPPr>
            <a:lvl1pPr>
              <a:defRPr sz="2250" b="1">
                <a:solidFill>
                  <a:srgbClr val="FFB511"/>
                </a:solidFill>
              </a:defRPr>
            </a:lvl1pPr>
            <a:lvl2pPr>
              <a:defRPr sz="2250" b="1">
                <a:solidFill>
                  <a:srgbClr val="FFB511"/>
                </a:solidFill>
              </a:defRPr>
            </a:lvl2pPr>
            <a:lvl3pPr>
              <a:defRPr sz="2250" b="1">
                <a:solidFill>
                  <a:srgbClr val="FFB511"/>
                </a:solidFill>
              </a:defRPr>
            </a:lvl3pPr>
            <a:lvl4pPr>
              <a:defRPr sz="2250" b="1">
                <a:solidFill>
                  <a:srgbClr val="FFB511"/>
                </a:solidFill>
              </a:defRPr>
            </a:lvl4pPr>
            <a:lvl5pPr>
              <a:defRPr sz="2250" b="1">
                <a:solidFill>
                  <a:srgbClr val="FFB511"/>
                </a:solidFill>
              </a:defRPr>
            </a:lvl5pPr>
            <a:lvl6pPr>
              <a:defRPr sz="2250" b="1">
                <a:solidFill>
                  <a:srgbClr val="FFB511"/>
                </a:solidFill>
              </a:defRPr>
            </a:lvl6pPr>
            <a:lvl7pPr>
              <a:defRPr sz="2250" b="1">
                <a:solidFill>
                  <a:srgbClr val="FFB511"/>
                </a:solidFill>
              </a:defRPr>
            </a:lvl7pPr>
            <a:lvl8pPr>
              <a:defRPr sz="2250" b="1">
                <a:solidFill>
                  <a:srgbClr val="FFB511"/>
                </a:solidFill>
              </a:defRPr>
            </a:lvl8pPr>
            <a:lvl9pPr>
              <a:defRPr sz="2250" b="1">
                <a:solidFill>
                  <a:srgbClr val="FFB511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B511"/>
                </a:solidFill>
              </a:defRPr>
            </a:pPr>
            <a:r>
              <a:rPr sz="2250" b="1">
                <a:solidFill>
                  <a:srgbClr val="FFB511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51F94-0D55-459C-A018-97BE48F7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766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4F4F5"/>
                </a:solidFill>
              </a:defRPr>
            </a:defPPr>
            <a:lvl1pPr>
              <a:defRPr sz="1650" b="1">
                <a:solidFill>
                  <a:srgbClr val="F4F4F5"/>
                </a:solidFill>
              </a:defRPr>
            </a:lvl1pPr>
            <a:lvl2pPr>
              <a:defRPr sz="1650" b="1">
                <a:solidFill>
                  <a:srgbClr val="F4F4F5"/>
                </a:solidFill>
              </a:defRPr>
            </a:lvl2pPr>
            <a:lvl3pPr>
              <a:defRPr sz="1650" b="1">
                <a:solidFill>
                  <a:srgbClr val="F4F4F5"/>
                </a:solidFill>
              </a:defRPr>
            </a:lvl3pPr>
            <a:lvl4pPr>
              <a:defRPr sz="1650" b="1">
                <a:solidFill>
                  <a:srgbClr val="F4F4F5"/>
                </a:solidFill>
              </a:defRPr>
            </a:lvl4pPr>
            <a:lvl5pPr>
              <a:defRPr sz="1650" b="1">
                <a:solidFill>
                  <a:srgbClr val="F4F4F5"/>
                </a:solidFill>
              </a:defRPr>
            </a:lvl5pPr>
            <a:lvl6pPr>
              <a:defRPr sz="1650" b="1">
                <a:solidFill>
                  <a:srgbClr val="F4F4F5"/>
                </a:solidFill>
              </a:defRPr>
            </a:lvl6pPr>
            <a:lvl7pPr>
              <a:defRPr sz="1650" b="1">
                <a:solidFill>
                  <a:srgbClr val="F4F4F5"/>
                </a:solidFill>
              </a:defRPr>
            </a:lvl7pPr>
            <a:lvl8pPr>
              <a:defRPr sz="1650" b="1">
                <a:solidFill>
                  <a:srgbClr val="F4F4F5"/>
                </a:solidFill>
              </a:defRPr>
            </a:lvl8pPr>
            <a:lvl9pPr>
              <a:defRPr sz="1650" b="1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4F4F5"/>
                </a:solidFill>
              </a:defRPr>
            </a:pPr>
            <a:r>
              <a:rPr sz="1650" b="1">
                <a:solidFill>
                  <a:srgbClr val="F4F4F5"/>
                </a:solidFill>
              </a:rPr>
              <a:t>Order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CA27C-3267-4418-87AD-97E304C1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338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A1A1AA"/>
                </a:solidFill>
              </a:defRPr>
            </a:defPPr>
            <a:lvl1pPr>
              <a:defRPr sz="1125">
                <a:solidFill>
                  <a:srgbClr val="A1A1AA"/>
                </a:solidFill>
              </a:defRPr>
            </a:lvl1pPr>
            <a:lvl2pPr>
              <a:defRPr sz="1125">
                <a:solidFill>
                  <a:srgbClr val="A1A1AA"/>
                </a:solidFill>
              </a:defRPr>
            </a:lvl2pPr>
            <a:lvl3pPr>
              <a:defRPr sz="1125">
                <a:solidFill>
                  <a:srgbClr val="A1A1AA"/>
                </a:solidFill>
              </a:defRPr>
            </a:lvl3pPr>
            <a:lvl4pPr>
              <a:defRPr sz="1125">
                <a:solidFill>
                  <a:srgbClr val="A1A1AA"/>
                </a:solidFill>
              </a:defRPr>
            </a:lvl4pPr>
            <a:lvl5pPr>
              <a:defRPr sz="1125">
                <a:solidFill>
                  <a:srgbClr val="A1A1AA"/>
                </a:solidFill>
              </a:defRPr>
            </a:lvl5pPr>
            <a:lvl6pPr>
              <a:defRPr sz="1125">
                <a:solidFill>
                  <a:srgbClr val="A1A1AA"/>
                </a:solidFill>
              </a:defRPr>
            </a:lvl6pPr>
            <a:lvl7pPr>
              <a:defRPr sz="1125">
                <a:solidFill>
                  <a:srgbClr val="A1A1AA"/>
                </a:solidFill>
              </a:defRPr>
            </a:lvl7pPr>
            <a:lvl8pPr>
              <a:defRPr sz="1125">
                <a:solidFill>
                  <a:srgbClr val="A1A1AA"/>
                </a:solidFill>
              </a:defRPr>
            </a:lvl8pPr>
            <a:lvl9pPr>
              <a:defRPr sz="1125">
                <a:solidFill>
                  <a:srgbClr val="A1A1AA"/>
                </a:solidFill>
              </a:defRPr>
            </a:lvl9pPr>
          </a:lstStyle>
          <a:p xmlns:a="http://schemas.openxmlformats.org/drawingml/2006/main">
            <a:pPr>
              <a:defRPr sz="1125">
                <a:solidFill>
                  <a:srgbClr val="A1A1AA"/>
                </a:solidFill>
              </a:defRPr>
            </a:pPr>
            <a:r>
              <a:rPr sz="1125">
                <a:solidFill>
                  <a:srgbClr val="A1A1AA"/>
                </a:solidFill>
              </a:rPr>
              <a:t>Buka detail dan lanjutkan tahap aktif.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CA0390-789F-4462-89D9-983DCB4E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57450"/>
            <a:ext cx="2476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71719"/>
          </a:solidFill>
          <a:ln xmlns:a="http://schemas.openxmlformats.org/drawingml/2006/main" w="9525">
            <a:solidFill>
              <a:srgbClr val="2A2A2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ACFCDF-A1E4-40FF-BB9D-F8EBD4D6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051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B511"/>
                </a:solidFill>
              </a:defRPr>
            </a:defPPr>
            <a:lvl1pPr>
              <a:defRPr sz="2250" b="1">
                <a:solidFill>
                  <a:srgbClr val="FFB511"/>
                </a:solidFill>
              </a:defRPr>
            </a:lvl1pPr>
            <a:lvl2pPr>
              <a:defRPr sz="2250" b="1">
                <a:solidFill>
                  <a:srgbClr val="FFB511"/>
                </a:solidFill>
              </a:defRPr>
            </a:lvl2pPr>
            <a:lvl3pPr>
              <a:defRPr sz="2250" b="1">
                <a:solidFill>
                  <a:srgbClr val="FFB511"/>
                </a:solidFill>
              </a:defRPr>
            </a:lvl3pPr>
            <a:lvl4pPr>
              <a:defRPr sz="2250" b="1">
                <a:solidFill>
                  <a:srgbClr val="FFB511"/>
                </a:solidFill>
              </a:defRPr>
            </a:lvl4pPr>
            <a:lvl5pPr>
              <a:defRPr sz="2250" b="1">
                <a:solidFill>
                  <a:srgbClr val="FFB511"/>
                </a:solidFill>
              </a:defRPr>
            </a:lvl5pPr>
            <a:lvl6pPr>
              <a:defRPr sz="2250" b="1">
                <a:solidFill>
                  <a:srgbClr val="FFB511"/>
                </a:solidFill>
              </a:defRPr>
            </a:lvl6pPr>
            <a:lvl7pPr>
              <a:defRPr sz="2250" b="1">
                <a:solidFill>
                  <a:srgbClr val="FFB511"/>
                </a:solidFill>
              </a:defRPr>
            </a:lvl7pPr>
            <a:lvl8pPr>
              <a:defRPr sz="2250" b="1">
                <a:solidFill>
                  <a:srgbClr val="FFB511"/>
                </a:solidFill>
              </a:defRPr>
            </a:lvl8pPr>
            <a:lvl9pPr>
              <a:defRPr sz="2250" b="1">
                <a:solidFill>
                  <a:srgbClr val="FFB511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B511"/>
                </a:solidFill>
              </a:defRPr>
            </a:pPr>
            <a:r>
              <a:rPr sz="2250" b="1">
                <a:solidFill>
                  <a:srgbClr val="FFB511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96EDCD-B6BC-40F3-A8DD-053115FE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766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4F4F5"/>
                </a:solidFill>
              </a:defRPr>
            </a:defPPr>
            <a:lvl1pPr>
              <a:defRPr sz="1650" b="1">
                <a:solidFill>
                  <a:srgbClr val="F4F4F5"/>
                </a:solidFill>
              </a:defRPr>
            </a:lvl1pPr>
            <a:lvl2pPr>
              <a:defRPr sz="1650" b="1">
                <a:solidFill>
                  <a:srgbClr val="F4F4F5"/>
                </a:solidFill>
              </a:defRPr>
            </a:lvl2pPr>
            <a:lvl3pPr>
              <a:defRPr sz="1650" b="1">
                <a:solidFill>
                  <a:srgbClr val="F4F4F5"/>
                </a:solidFill>
              </a:defRPr>
            </a:lvl3pPr>
            <a:lvl4pPr>
              <a:defRPr sz="1650" b="1">
                <a:solidFill>
                  <a:srgbClr val="F4F4F5"/>
                </a:solidFill>
              </a:defRPr>
            </a:lvl4pPr>
            <a:lvl5pPr>
              <a:defRPr sz="1650" b="1">
                <a:solidFill>
                  <a:srgbClr val="F4F4F5"/>
                </a:solidFill>
              </a:defRPr>
            </a:lvl5pPr>
            <a:lvl6pPr>
              <a:defRPr sz="1650" b="1">
                <a:solidFill>
                  <a:srgbClr val="F4F4F5"/>
                </a:solidFill>
              </a:defRPr>
            </a:lvl6pPr>
            <a:lvl7pPr>
              <a:defRPr sz="1650" b="1">
                <a:solidFill>
                  <a:srgbClr val="F4F4F5"/>
                </a:solidFill>
              </a:defRPr>
            </a:lvl7pPr>
            <a:lvl8pPr>
              <a:defRPr sz="1650" b="1">
                <a:solidFill>
                  <a:srgbClr val="F4F4F5"/>
                </a:solidFill>
              </a:defRPr>
            </a:lvl8pPr>
            <a:lvl9pPr>
              <a:defRPr sz="1650" b="1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4F4F5"/>
                </a:solidFill>
              </a:defRPr>
            </a:pPr>
            <a:r>
              <a:rPr sz="1650" b="1">
                <a:solidFill>
                  <a:srgbClr val="F4F4F5"/>
                </a:solidFill>
              </a:rPr>
              <a:t>Dokumen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349ECB-E8D3-427F-AEA9-5B000DDD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338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A1A1AA"/>
                </a:solidFill>
              </a:defRPr>
            </a:defPPr>
            <a:lvl1pPr>
              <a:defRPr sz="1125">
                <a:solidFill>
                  <a:srgbClr val="A1A1AA"/>
                </a:solidFill>
              </a:defRPr>
            </a:lvl1pPr>
            <a:lvl2pPr>
              <a:defRPr sz="1125">
                <a:solidFill>
                  <a:srgbClr val="A1A1AA"/>
                </a:solidFill>
              </a:defRPr>
            </a:lvl2pPr>
            <a:lvl3pPr>
              <a:defRPr sz="1125">
                <a:solidFill>
                  <a:srgbClr val="A1A1AA"/>
                </a:solidFill>
              </a:defRPr>
            </a:lvl3pPr>
            <a:lvl4pPr>
              <a:defRPr sz="1125">
                <a:solidFill>
                  <a:srgbClr val="A1A1AA"/>
                </a:solidFill>
              </a:defRPr>
            </a:lvl4pPr>
            <a:lvl5pPr>
              <a:defRPr sz="1125">
                <a:solidFill>
                  <a:srgbClr val="A1A1AA"/>
                </a:solidFill>
              </a:defRPr>
            </a:lvl5pPr>
            <a:lvl6pPr>
              <a:defRPr sz="1125">
                <a:solidFill>
                  <a:srgbClr val="A1A1AA"/>
                </a:solidFill>
              </a:defRPr>
            </a:lvl6pPr>
            <a:lvl7pPr>
              <a:defRPr sz="1125">
                <a:solidFill>
                  <a:srgbClr val="A1A1AA"/>
                </a:solidFill>
              </a:defRPr>
            </a:lvl7pPr>
            <a:lvl8pPr>
              <a:defRPr sz="1125">
                <a:solidFill>
                  <a:srgbClr val="A1A1AA"/>
                </a:solidFill>
              </a:defRPr>
            </a:lvl8pPr>
            <a:lvl9pPr>
              <a:defRPr sz="1125">
                <a:solidFill>
                  <a:srgbClr val="A1A1AA"/>
                </a:solidFill>
              </a:defRPr>
            </a:lvl9pPr>
          </a:lstStyle>
          <a:p xmlns:a="http://schemas.openxmlformats.org/drawingml/2006/main">
            <a:pPr>
              <a:defRPr sz="1125">
                <a:solidFill>
                  <a:srgbClr val="A1A1AA"/>
                </a:solidFill>
              </a:defRPr>
            </a:pPr>
            <a:r>
              <a:rPr sz="1125">
                <a:solidFill>
                  <a:srgbClr val="A1A1AA"/>
                </a:solidFill>
              </a:rPr>
              <a:t>Pastikan dokumen digital lengkap dan tervalidasi.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C312CB-721C-403A-B93E-CF58D556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57450"/>
            <a:ext cx="2476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71719"/>
          </a:solidFill>
          <a:ln xmlns:a="http://schemas.openxmlformats.org/drawingml/2006/main" w="9525">
            <a:solidFill>
              <a:srgbClr val="2A2A2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F6DE3A-FFD5-4F35-BAFE-35926608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051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B511"/>
                </a:solidFill>
              </a:defRPr>
            </a:defPPr>
            <a:lvl1pPr>
              <a:defRPr sz="2250" b="1">
                <a:solidFill>
                  <a:srgbClr val="FFB511"/>
                </a:solidFill>
              </a:defRPr>
            </a:lvl1pPr>
            <a:lvl2pPr>
              <a:defRPr sz="2250" b="1">
                <a:solidFill>
                  <a:srgbClr val="FFB511"/>
                </a:solidFill>
              </a:defRPr>
            </a:lvl2pPr>
            <a:lvl3pPr>
              <a:defRPr sz="2250" b="1">
                <a:solidFill>
                  <a:srgbClr val="FFB511"/>
                </a:solidFill>
              </a:defRPr>
            </a:lvl3pPr>
            <a:lvl4pPr>
              <a:defRPr sz="2250" b="1">
                <a:solidFill>
                  <a:srgbClr val="FFB511"/>
                </a:solidFill>
              </a:defRPr>
            </a:lvl4pPr>
            <a:lvl5pPr>
              <a:defRPr sz="2250" b="1">
                <a:solidFill>
                  <a:srgbClr val="FFB511"/>
                </a:solidFill>
              </a:defRPr>
            </a:lvl5pPr>
            <a:lvl6pPr>
              <a:defRPr sz="2250" b="1">
                <a:solidFill>
                  <a:srgbClr val="FFB511"/>
                </a:solidFill>
              </a:defRPr>
            </a:lvl6pPr>
            <a:lvl7pPr>
              <a:defRPr sz="2250" b="1">
                <a:solidFill>
                  <a:srgbClr val="FFB511"/>
                </a:solidFill>
              </a:defRPr>
            </a:lvl7pPr>
            <a:lvl8pPr>
              <a:defRPr sz="2250" b="1">
                <a:solidFill>
                  <a:srgbClr val="FFB511"/>
                </a:solidFill>
              </a:defRPr>
            </a:lvl8pPr>
            <a:lvl9pPr>
              <a:defRPr sz="2250" b="1">
                <a:solidFill>
                  <a:srgbClr val="FFB511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B511"/>
                </a:solidFill>
              </a:defRPr>
            </a:pPr>
            <a:r>
              <a:rPr sz="2250" b="1">
                <a:solidFill>
                  <a:srgbClr val="FFB511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2D058-BA74-4425-BA68-EF8FF8E0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766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4F4F5"/>
                </a:solidFill>
              </a:defRPr>
            </a:defPPr>
            <a:lvl1pPr>
              <a:defRPr sz="1650" b="1">
                <a:solidFill>
                  <a:srgbClr val="F4F4F5"/>
                </a:solidFill>
              </a:defRPr>
            </a:lvl1pPr>
            <a:lvl2pPr>
              <a:defRPr sz="1650" b="1">
                <a:solidFill>
                  <a:srgbClr val="F4F4F5"/>
                </a:solidFill>
              </a:defRPr>
            </a:lvl2pPr>
            <a:lvl3pPr>
              <a:defRPr sz="1650" b="1">
                <a:solidFill>
                  <a:srgbClr val="F4F4F5"/>
                </a:solidFill>
              </a:defRPr>
            </a:lvl3pPr>
            <a:lvl4pPr>
              <a:defRPr sz="1650" b="1">
                <a:solidFill>
                  <a:srgbClr val="F4F4F5"/>
                </a:solidFill>
              </a:defRPr>
            </a:lvl4pPr>
            <a:lvl5pPr>
              <a:defRPr sz="1650" b="1">
                <a:solidFill>
                  <a:srgbClr val="F4F4F5"/>
                </a:solidFill>
              </a:defRPr>
            </a:lvl5pPr>
            <a:lvl6pPr>
              <a:defRPr sz="1650" b="1">
                <a:solidFill>
                  <a:srgbClr val="F4F4F5"/>
                </a:solidFill>
              </a:defRPr>
            </a:lvl6pPr>
            <a:lvl7pPr>
              <a:defRPr sz="1650" b="1">
                <a:solidFill>
                  <a:srgbClr val="F4F4F5"/>
                </a:solidFill>
              </a:defRPr>
            </a:lvl7pPr>
            <a:lvl8pPr>
              <a:defRPr sz="1650" b="1">
                <a:solidFill>
                  <a:srgbClr val="F4F4F5"/>
                </a:solidFill>
              </a:defRPr>
            </a:lvl8pPr>
            <a:lvl9pPr>
              <a:defRPr sz="1650" b="1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4F4F5"/>
                </a:solidFill>
              </a:defRPr>
            </a:pPr>
            <a:r>
              <a:rPr sz="1650" b="1">
                <a:solidFill>
                  <a:srgbClr val="F4F4F5"/>
                </a:solidFill>
              </a:rPr>
              <a:t>Laporan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23CE8A-B78D-4FBC-AE5A-6C902E7C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338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A1A1AA"/>
                </a:solidFill>
              </a:defRPr>
            </a:defPPr>
            <a:lvl1pPr>
              <a:defRPr sz="1125">
                <a:solidFill>
                  <a:srgbClr val="A1A1AA"/>
                </a:solidFill>
              </a:defRPr>
            </a:lvl1pPr>
            <a:lvl2pPr>
              <a:defRPr sz="1125">
                <a:solidFill>
                  <a:srgbClr val="A1A1AA"/>
                </a:solidFill>
              </a:defRPr>
            </a:lvl2pPr>
            <a:lvl3pPr>
              <a:defRPr sz="1125">
                <a:solidFill>
                  <a:srgbClr val="A1A1AA"/>
                </a:solidFill>
              </a:defRPr>
            </a:lvl3pPr>
            <a:lvl4pPr>
              <a:defRPr sz="1125">
                <a:solidFill>
                  <a:srgbClr val="A1A1AA"/>
                </a:solidFill>
              </a:defRPr>
            </a:lvl4pPr>
            <a:lvl5pPr>
              <a:defRPr sz="1125">
                <a:solidFill>
                  <a:srgbClr val="A1A1AA"/>
                </a:solidFill>
              </a:defRPr>
            </a:lvl5pPr>
            <a:lvl6pPr>
              <a:defRPr sz="1125">
                <a:solidFill>
                  <a:srgbClr val="A1A1AA"/>
                </a:solidFill>
              </a:defRPr>
            </a:lvl6pPr>
            <a:lvl7pPr>
              <a:defRPr sz="1125">
                <a:solidFill>
                  <a:srgbClr val="A1A1AA"/>
                </a:solidFill>
              </a:defRPr>
            </a:lvl7pPr>
            <a:lvl8pPr>
              <a:defRPr sz="1125">
                <a:solidFill>
                  <a:srgbClr val="A1A1AA"/>
                </a:solidFill>
              </a:defRPr>
            </a:lvl8pPr>
            <a:lvl9pPr>
              <a:defRPr sz="1125">
                <a:solidFill>
                  <a:srgbClr val="A1A1AA"/>
                </a:solidFill>
              </a:defRPr>
            </a:lvl9pPr>
          </a:lstStyle>
          <a:p xmlns:a="http://schemas.openxmlformats.org/drawingml/2006/main">
            <a:pPr>
              <a:defRPr sz="1125">
                <a:solidFill>
                  <a:srgbClr val="A1A1AA"/>
                </a:solidFill>
              </a:defRPr>
            </a:pPr>
            <a:r>
              <a:rPr sz="1125">
                <a:solidFill>
                  <a:srgbClr val="A1A1AA"/>
                </a:solidFill>
              </a:rPr>
              <a:t>Pantau penyelesaian dan eskalasi.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CAAFB8-B965-4D5B-932F-C5E82BB0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4F4F5"/>
                </a:solidFill>
              </a:defRPr>
            </a:defPPr>
            <a:lvl1pPr>
              <a:defRPr sz="1500" b="1">
                <a:solidFill>
                  <a:srgbClr val="F4F4F5"/>
                </a:solidFill>
              </a:defRPr>
            </a:lvl1pPr>
            <a:lvl2pPr>
              <a:defRPr sz="1500" b="1">
                <a:solidFill>
                  <a:srgbClr val="F4F4F5"/>
                </a:solidFill>
              </a:defRPr>
            </a:lvl2pPr>
            <a:lvl3pPr>
              <a:defRPr sz="1500" b="1">
                <a:solidFill>
                  <a:srgbClr val="F4F4F5"/>
                </a:solidFill>
              </a:defRPr>
            </a:lvl3pPr>
            <a:lvl4pPr>
              <a:defRPr sz="1500" b="1">
                <a:solidFill>
                  <a:srgbClr val="F4F4F5"/>
                </a:solidFill>
              </a:defRPr>
            </a:lvl4pPr>
            <a:lvl5pPr>
              <a:defRPr sz="1500" b="1">
                <a:solidFill>
                  <a:srgbClr val="F4F4F5"/>
                </a:solidFill>
              </a:defRPr>
            </a:lvl5pPr>
            <a:lvl6pPr>
              <a:defRPr sz="1500" b="1">
                <a:solidFill>
                  <a:srgbClr val="F4F4F5"/>
                </a:solidFill>
              </a:defRPr>
            </a:lvl6pPr>
            <a:lvl7pPr>
              <a:defRPr sz="1500" b="1">
                <a:solidFill>
                  <a:srgbClr val="F4F4F5"/>
                </a:solidFill>
              </a:defRPr>
            </a:lvl7pPr>
            <a:lvl8pPr>
              <a:defRPr sz="1500" b="1">
                <a:solidFill>
                  <a:srgbClr val="F4F4F5"/>
                </a:solidFill>
              </a:defRPr>
            </a:lvl8pPr>
            <a:lvl9pPr>
              <a:defRPr sz="1500" b="1">
                <a:solidFill>
                  <a:srgbClr val="F4F4F5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4F4F5"/>
                </a:solidFill>
              </a:defRPr>
            </a:pPr>
            <a:r>
              <a:rPr sz="1500" b="1">
                <a:solidFill>
                  <a:srgbClr val="F4F4F5"/>
                </a:solidFill>
              </a:rPr>
              <a:t>Pertanyaan saat pelatihan? Buka detail order contoh dan ikuti Journey pengajuan bersama-sama.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C012FA-07AA-4E57-B103-1A3832BF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71717A"/>
                </a:solidFill>
              </a:defRPr>
            </a:defPPr>
            <a:lvl1pPr>
              <a:defRPr sz="750">
                <a:solidFill>
                  <a:srgbClr val="71717A"/>
                </a:solidFill>
              </a:defRPr>
            </a:lvl1pPr>
            <a:lvl2pPr>
              <a:defRPr sz="750">
                <a:solidFill>
                  <a:srgbClr val="71717A"/>
                </a:solidFill>
              </a:defRPr>
            </a:lvl2pPr>
            <a:lvl3pPr>
              <a:defRPr sz="750">
                <a:solidFill>
                  <a:srgbClr val="71717A"/>
                </a:solidFill>
              </a:defRPr>
            </a:lvl3pPr>
            <a:lvl4pPr>
              <a:defRPr sz="750">
                <a:solidFill>
                  <a:srgbClr val="71717A"/>
                </a:solidFill>
              </a:defRPr>
            </a:lvl4pPr>
            <a:lvl5pPr>
              <a:defRPr sz="750">
                <a:solidFill>
                  <a:srgbClr val="71717A"/>
                </a:solidFill>
              </a:defRPr>
            </a:lvl5pPr>
            <a:lvl6pPr>
              <a:defRPr sz="750">
                <a:solidFill>
                  <a:srgbClr val="71717A"/>
                </a:solidFill>
              </a:defRPr>
            </a:lvl6pPr>
            <a:lvl7pPr>
              <a:defRPr sz="750">
                <a:solidFill>
                  <a:srgbClr val="71717A"/>
                </a:solidFill>
              </a:defRPr>
            </a:lvl7pPr>
            <a:lvl8pPr>
              <a:defRPr sz="750">
                <a:solidFill>
                  <a:srgbClr val="71717A"/>
                </a:solidFill>
              </a:defRPr>
            </a:lvl8pPr>
            <a:lvl9pPr>
              <a:defRPr sz="750">
                <a:solidFill>
                  <a:srgbClr val="71717A"/>
                </a:solidFill>
              </a:defRPr>
            </a:lvl9pPr>
          </a:lstStyle>
          <a:p xmlns:a="http://schemas.openxmlformats.org/drawingml/2006/main">
            <a:pPr>
              <a:defRPr sz="750">
                <a:solidFill>
                  <a:srgbClr val="71717A"/>
                </a:solidFill>
              </a:defRPr>
            </a:pPr>
            <a:r>
              <a:rPr sz="750">
                <a:solidFill>
                  <a:srgbClr val="71717A"/>
                </a:solidFill>
              </a:rPr>
              <a:t>SIMONTOK · Panduan pelatihan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11C2CD-97B8-4757-9029-698E791E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>
                <a:solidFill>
                  <a:srgbClr val="71717A"/>
                </a:solidFill>
              </a:defRPr>
            </a:defPPr>
            <a:lvl1pPr>
              <a:defRPr sz="750">
                <a:solidFill>
                  <a:srgbClr val="71717A"/>
                </a:solidFill>
              </a:defRPr>
            </a:lvl1pPr>
            <a:lvl2pPr>
              <a:defRPr sz="750">
                <a:solidFill>
                  <a:srgbClr val="71717A"/>
                </a:solidFill>
              </a:defRPr>
            </a:lvl2pPr>
            <a:lvl3pPr>
              <a:defRPr sz="750">
                <a:solidFill>
                  <a:srgbClr val="71717A"/>
                </a:solidFill>
              </a:defRPr>
            </a:lvl3pPr>
            <a:lvl4pPr>
              <a:defRPr sz="750">
                <a:solidFill>
                  <a:srgbClr val="71717A"/>
                </a:solidFill>
              </a:defRPr>
            </a:lvl4pPr>
            <a:lvl5pPr>
              <a:defRPr sz="750">
                <a:solidFill>
                  <a:srgbClr val="71717A"/>
                </a:solidFill>
              </a:defRPr>
            </a:lvl5pPr>
            <a:lvl6pPr>
              <a:defRPr sz="750">
                <a:solidFill>
                  <a:srgbClr val="71717A"/>
                </a:solidFill>
              </a:defRPr>
            </a:lvl6pPr>
            <a:lvl7pPr>
              <a:defRPr sz="750">
                <a:solidFill>
                  <a:srgbClr val="71717A"/>
                </a:solidFill>
              </a:defRPr>
            </a:lvl7pPr>
            <a:lvl8pPr>
              <a:defRPr sz="750">
                <a:solidFill>
                  <a:srgbClr val="71717A"/>
                </a:solidFill>
              </a:defRPr>
            </a:lvl8pPr>
            <a:lvl9pPr>
              <a:defRPr sz="750">
                <a:solidFill>
                  <a:srgbClr val="71717A"/>
                </a:solidFill>
              </a:defRPr>
            </a:lvl9pPr>
          </a:lstStyle>
          <a:p xmlns:a="http://schemas.openxmlformats.org/drawingml/2006/main">
            <a:pPr>
              <a:defRPr sz="750">
                <a:solidFill>
                  <a:srgbClr val="71717A"/>
                </a:solidFill>
              </a:defRPr>
            </a:pPr>
            <a:r>
              <a:rPr sz="750">
                <a:solidFill>
                  <a:srgbClr val="71717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667599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2026-10-26T16:10:17.9270000Z</dcterms:created>
  <dcterms:modified xsi:type="dcterms:W3CDTF">2026-10-26T16:10:17.9270000Z</dcterms:modified>
</coreProperties>
</file>